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147480453" r:id="rId5"/>
    <p:sldId id="2147480455" r:id="rId6"/>
    <p:sldId id="2147480454" r:id="rId7"/>
    <p:sldId id="214748045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DF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34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7" d="100"/>
          <a:sy n="127" d="100"/>
        </p:scale>
        <p:origin x="490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5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in Kim" userId="0c9e8f77-3f14-433c-9c81-a55793843dc2" providerId="ADAL" clId="{5D115515-B8CD-48FB-891D-C57755328D79}"/>
    <pc:docChg chg="custSel addSld delSld modSld delMainMaster">
      <pc:chgData name="Jiin Kim" userId="0c9e8f77-3f14-433c-9c81-a55793843dc2" providerId="ADAL" clId="{5D115515-B8CD-48FB-891D-C57755328D79}" dt="2025-11-25T01:28:31.479" v="158" actId="207"/>
      <pc:docMkLst>
        <pc:docMk/>
      </pc:docMkLst>
      <pc:sldChg chg="add">
        <pc:chgData name="Jiin Kim" userId="0c9e8f77-3f14-433c-9c81-a55793843dc2" providerId="ADAL" clId="{5D115515-B8CD-48FB-891D-C57755328D79}" dt="2025-11-24T07:28:54.788" v="32"/>
        <pc:sldMkLst>
          <pc:docMk/>
          <pc:sldMk cId="91769515" sldId="5504"/>
        </pc:sldMkLst>
      </pc:sldChg>
      <pc:sldChg chg="modSp add mod">
        <pc:chgData name="Jiin Kim" userId="0c9e8f77-3f14-433c-9c81-a55793843dc2" providerId="ADAL" clId="{5D115515-B8CD-48FB-891D-C57755328D79}" dt="2025-11-25T01:28:21.824" v="156" actId="207"/>
        <pc:sldMkLst>
          <pc:docMk/>
          <pc:sldMk cId="4037083888" sldId="5509"/>
        </pc:sldMkLst>
      </pc:sldChg>
      <pc:sldChg chg="add">
        <pc:chgData name="Jiin Kim" userId="0c9e8f77-3f14-433c-9c81-a55793843dc2" providerId="ADAL" clId="{5D115515-B8CD-48FB-891D-C57755328D79}" dt="2025-11-24T07:28:48.519" v="31"/>
        <pc:sldMkLst>
          <pc:docMk/>
          <pc:sldMk cId="717996997" sldId="5513"/>
        </pc:sldMkLst>
      </pc:sldChg>
      <pc:sldChg chg="add">
        <pc:chgData name="Jiin Kim" userId="0c9e8f77-3f14-433c-9c81-a55793843dc2" providerId="ADAL" clId="{5D115515-B8CD-48FB-891D-C57755328D79}" dt="2025-11-24T07:28:54.788" v="32"/>
        <pc:sldMkLst>
          <pc:docMk/>
          <pc:sldMk cId="1832211069" sldId="2142533454"/>
        </pc:sldMkLst>
      </pc:sldChg>
      <pc:sldChg chg="add">
        <pc:chgData name="Jiin Kim" userId="0c9e8f77-3f14-433c-9c81-a55793843dc2" providerId="ADAL" clId="{5D115515-B8CD-48FB-891D-C57755328D79}" dt="2025-11-24T07:28:21.219" v="6"/>
        <pc:sldMkLst>
          <pc:docMk/>
          <pc:sldMk cId="216861854" sldId="2142533515"/>
        </pc:sldMkLst>
      </pc:sldChg>
      <pc:sldChg chg="add">
        <pc:chgData name="Jiin Kim" userId="0c9e8f77-3f14-433c-9c81-a55793843dc2" providerId="ADAL" clId="{5D115515-B8CD-48FB-891D-C57755328D79}" dt="2025-11-24T07:28:21.219" v="6"/>
        <pc:sldMkLst>
          <pc:docMk/>
          <pc:sldMk cId="1235601657" sldId="2142533516"/>
        </pc:sldMkLst>
      </pc:sldChg>
      <pc:sldChg chg="modSp add mod">
        <pc:chgData name="Jiin Kim" userId="0c9e8f77-3f14-433c-9c81-a55793843dc2" providerId="ADAL" clId="{5D115515-B8CD-48FB-891D-C57755328D79}" dt="2025-11-25T01:13:31.343" v="152" actId="20577"/>
        <pc:sldMkLst>
          <pc:docMk/>
          <pc:sldMk cId="3978932099" sldId="2142533517"/>
        </pc:sldMkLst>
      </pc:sldChg>
      <pc:sldChg chg="modSp add mod">
        <pc:chgData name="Jiin Kim" userId="0c9e8f77-3f14-433c-9c81-a55793843dc2" providerId="ADAL" clId="{5D115515-B8CD-48FB-891D-C57755328D79}" dt="2025-11-25T01:28:31.479" v="158" actId="207"/>
        <pc:sldMkLst>
          <pc:docMk/>
          <pc:sldMk cId="4198676224" sldId="2142533526"/>
        </pc:sldMkLst>
      </pc:sldChg>
      <pc:sldChg chg="add">
        <pc:chgData name="Jiin Kim" userId="0c9e8f77-3f14-433c-9c81-a55793843dc2" providerId="ADAL" clId="{5D115515-B8CD-48FB-891D-C57755328D79}" dt="2025-11-24T07:28:48.519" v="31"/>
        <pc:sldMkLst>
          <pc:docMk/>
          <pc:sldMk cId="2805549517" sldId="2146849204"/>
        </pc:sldMkLst>
      </pc:sldChg>
      <pc:sldChg chg="modSp mod">
        <pc:chgData name="Jiin Kim" userId="0c9e8f77-3f14-433c-9c81-a55793843dc2" providerId="ADAL" clId="{5D115515-B8CD-48FB-891D-C57755328D79}" dt="2025-11-24T07:32:51.045" v="100"/>
        <pc:sldMkLst>
          <pc:docMk/>
          <pc:sldMk cId="1884074690" sldId="2146849307"/>
        </pc:sldMkLst>
      </pc:sldChg>
      <pc:sldChg chg="modSp mod">
        <pc:chgData name="Jiin Kim" userId="0c9e8f77-3f14-433c-9c81-a55793843dc2" providerId="ADAL" clId="{5D115515-B8CD-48FB-891D-C57755328D79}" dt="2025-11-24T07:33:50.380" v="130"/>
        <pc:sldMkLst>
          <pc:docMk/>
          <pc:sldMk cId="1904906026" sldId="2146849312"/>
        </pc:sldMkLst>
      </pc:sldChg>
      <pc:sldChg chg="add">
        <pc:chgData name="Jiin Kim" userId="0c9e8f77-3f14-433c-9c81-a55793843dc2" providerId="ADAL" clId="{5D115515-B8CD-48FB-891D-C57755328D79}" dt="2025-11-24T07:28:54.788" v="32"/>
        <pc:sldMkLst>
          <pc:docMk/>
          <pc:sldMk cId="368238167" sldId="2147480367"/>
        </pc:sldMkLst>
      </pc:sldChg>
      <pc:sldChg chg="modSp add mod">
        <pc:chgData name="Jiin Kim" userId="0c9e8f77-3f14-433c-9c81-a55793843dc2" providerId="ADAL" clId="{5D115515-B8CD-48FB-891D-C57755328D79}" dt="2025-11-24T07:30:15.264" v="53" actId="255"/>
        <pc:sldMkLst>
          <pc:docMk/>
          <pc:sldMk cId="1632481440" sldId="2147480369"/>
        </pc:sldMkLst>
      </pc:sldChg>
      <pc:sldChg chg="add">
        <pc:chgData name="Jiin Kim" userId="0c9e8f77-3f14-433c-9c81-a55793843dc2" providerId="ADAL" clId="{5D115515-B8CD-48FB-891D-C57755328D79}" dt="2025-11-24T07:27:07.554" v="4"/>
        <pc:sldMkLst>
          <pc:docMk/>
          <pc:sldMk cId="460224739" sldId="2147480375"/>
        </pc:sldMkLst>
      </pc:sldChg>
      <pc:sldChg chg="add">
        <pc:chgData name="Jiin Kim" userId="0c9e8f77-3f14-433c-9c81-a55793843dc2" providerId="ADAL" clId="{5D115515-B8CD-48FB-891D-C57755328D79}" dt="2025-11-24T07:27:07.554" v="4"/>
        <pc:sldMkLst>
          <pc:docMk/>
          <pc:sldMk cId="1985217545" sldId="2147480376"/>
        </pc:sldMkLst>
      </pc:sldChg>
      <pc:sldChg chg="delSp modSp add mod">
        <pc:chgData name="Jiin Kim" userId="0c9e8f77-3f14-433c-9c81-a55793843dc2" providerId="ADAL" clId="{5D115515-B8CD-48FB-891D-C57755328D79}" dt="2025-11-25T01:12:36.903" v="151" actId="20577"/>
        <pc:sldMkLst>
          <pc:docMk/>
          <pc:sldMk cId="448729054" sldId="2147480399"/>
        </pc:sldMkLst>
      </pc:sldChg>
      <pc:sldChg chg="add">
        <pc:chgData name="Jiin Kim" userId="0c9e8f77-3f14-433c-9c81-a55793843dc2" providerId="ADAL" clId="{5D115515-B8CD-48FB-891D-C57755328D79}" dt="2025-11-24T07:28:58.784" v="33"/>
        <pc:sldMkLst>
          <pc:docMk/>
          <pc:sldMk cId="3488047069" sldId="2147480407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1137668528" sldId="2147480431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1407558923" sldId="2147480432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1093082796" sldId="2147480433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3362931505" sldId="2147480434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2150311135" sldId="2147480435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3117794781" sldId="2147480436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2645638732" sldId="2147480437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3592388403" sldId="2147480438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1667434815" sldId="2147480439"/>
        </pc:sldMkLst>
      </pc:sldChg>
      <pc:sldChg chg="add del">
        <pc:chgData name="Jiin Kim" userId="0c9e8f77-3f14-433c-9c81-a55793843dc2" providerId="ADAL" clId="{5D115515-B8CD-48FB-891D-C57755328D79}" dt="2025-11-25T01:12:09.705" v="131"/>
        <pc:sldMkLst>
          <pc:docMk/>
          <pc:sldMk cId="207449686" sldId="2147480440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64752631" sldId="2147480441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214398804" sldId="2147480442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2069487635" sldId="2147480443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3223481119" sldId="2147480444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278511000" sldId="2147480445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803134966" sldId="2147480446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1774290984" sldId="2147480447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3493894018" sldId="2147480448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1567607230" sldId="2147480449"/>
        </pc:sldMkLst>
      </pc:sldChg>
      <pc:sldChg chg="add del">
        <pc:chgData name="Jiin Kim" userId="0c9e8f77-3f14-433c-9c81-a55793843dc2" providerId="ADAL" clId="{5D115515-B8CD-48FB-891D-C57755328D79}" dt="2025-11-24T07:26:08.973" v="2"/>
        <pc:sldMkLst>
          <pc:docMk/>
          <pc:sldMk cId="2120305294" sldId="2147480450"/>
        </pc:sldMkLst>
      </pc:sldChg>
      <pc:sldMasterChg chg="del delSldLayout">
        <pc:chgData name="Jiin Kim" userId="0c9e8f77-3f14-433c-9c81-a55793843dc2" providerId="ADAL" clId="{5D115515-B8CD-48FB-891D-C57755328D79}" dt="2025-11-24T07:25:44.139" v="0" actId="47"/>
        <pc:sldMasterMkLst>
          <pc:docMk/>
          <pc:sldMasterMk cId="1793204176" sldId="2147483673"/>
        </pc:sldMasterMkLst>
        <pc:sldLayoutChg chg="del">
          <pc:chgData name="Jiin Kim" userId="0c9e8f77-3f14-433c-9c81-a55793843dc2" providerId="ADAL" clId="{5D115515-B8CD-48FB-891D-C57755328D79}" dt="2025-11-24T07:25:44.139" v="0" actId="47"/>
          <pc:sldLayoutMkLst>
            <pc:docMk/>
            <pc:sldMasterMk cId="1793204176" sldId="2147483673"/>
            <pc:sldLayoutMk cId="992980188" sldId="2147483674"/>
          </pc:sldLayoutMkLst>
        </pc:sldLayoutChg>
        <pc:sldLayoutChg chg="del">
          <pc:chgData name="Jiin Kim" userId="0c9e8f77-3f14-433c-9c81-a55793843dc2" providerId="ADAL" clId="{5D115515-B8CD-48FB-891D-C57755328D79}" dt="2025-11-24T07:25:44.139" v="0" actId="47"/>
          <pc:sldLayoutMkLst>
            <pc:docMk/>
            <pc:sldMasterMk cId="1793204176" sldId="2147483673"/>
            <pc:sldLayoutMk cId="1937720021" sldId="2147483675"/>
          </pc:sldLayoutMkLst>
        </pc:sldLayoutChg>
        <pc:sldLayoutChg chg="del">
          <pc:chgData name="Jiin Kim" userId="0c9e8f77-3f14-433c-9c81-a55793843dc2" providerId="ADAL" clId="{5D115515-B8CD-48FB-891D-C57755328D79}" dt="2025-11-24T07:25:44.139" v="0" actId="47"/>
          <pc:sldLayoutMkLst>
            <pc:docMk/>
            <pc:sldMasterMk cId="1793204176" sldId="2147483673"/>
            <pc:sldLayoutMk cId="790988902" sldId="2147483676"/>
          </pc:sldLayoutMkLst>
        </pc:sldLayoutChg>
        <pc:sldLayoutChg chg="del">
          <pc:chgData name="Jiin Kim" userId="0c9e8f77-3f14-433c-9c81-a55793843dc2" providerId="ADAL" clId="{5D115515-B8CD-48FB-891D-C57755328D79}" dt="2025-11-24T07:25:44.139" v="0" actId="47"/>
          <pc:sldLayoutMkLst>
            <pc:docMk/>
            <pc:sldMasterMk cId="1793204176" sldId="2147483673"/>
            <pc:sldLayoutMk cId="3231425382" sldId="2147483677"/>
          </pc:sldLayoutMkLst>
        </pc:sldLayoutChg>
        <pc:sldLayoutChg chg="del">
          <pc:chgData name="Jiin Kim" userId="0c9e8f77-3f14-433c-9c81-a55793843dc2" providerId="ADAL" clId="{5D115515-B8CD-48FB-891D-C57755328D79}" dt="2025-11-24T07:25:44.139" v="0" actId="47"/>
          <pc:sldLayoutMkLst>
            <pc:docMk/>
            <pc:sldMasterMk cId="1793204176" sldId="2147483673"/>
            <pc:sldLayoutMk cId="2261056810" sldId="2147483678"/>
          </pc:sldLayoutMkLst>
        </pc:sldLayoutChg>
        <pc:sldLayoutChg chg="del">
          <pc:chgData name="Jiin Kim" userId="0c9e8f77-3f14-433c-9c81-a55793843dc2" providerId="ADAL" clId="{5D115515-B8CD-48FB-891D-C57755328D79}" dt="2025-11-24T07:25:44.139" v="0" actId="47"/>
          <pc:sldLayoutMkLst>
            <pc:docMk/>
            <pc:sldMasterMk cId="1793204176" sldId="2147483673"/>
            <pc:sldLayoutMk cId="602947075" sldId="2147483679"/>
          </pc:sldLayoutMkLst>
        </pc:sldLayoutChg>
        <pc:sldLayoutChg chg="del">
          <pc:chgData name="Jiin Kim" userId="0c9e8f77-3f14-433c-9c81-a55793843dc2" providerId="ADAL" clId="{5D115515-B8CD-48FB-891D-C57755328D79}" dt="2025-11-24T07:25:44.139" v="0" actId="47"/>
          <pc:sldLayoutMkLst>
            <pc:docMk/>
            <pc:sldMasterMk cId="1793204176" sldId="2147483673"/>
            <pc:sldLayoutMk cId="4011163360" sldId="2147483680"/>
          </pc:sldLayoutMkLst>
        </pc:sldLayoutChg>
        <pc:sldLayoutChg chg="del">
          <pc:chgData name="Jiin Kim" userId="0c9e8f77-3f14-433c-9c81-a55793843dc2" providerId="ADAL" clId="{5D115515-B8CD-48FB-891D-C57755328D79}" dt="2025-11-24T07:25:44.139" v="0" actId="47"/>
          <pc:sldLayoutMkLst>
            <pc:docMk/>
            <pc:sldMasterMk cId="1793204176" sldId="2147483673"/>
            <pc:sldLayoutMk cId="1801665204" sldId="2147483681"/>
          </pc:sldLayoutMkLst>
        </pc:sldLayoutChg>
        <pc:sldLayoutChg chg="del">
          <pc:chgData name="Jiin Kim" userId="0c9e8f77-3f14-433c-9c81-a55793843dc2" providerId="ADAL" clId="{5D115515-B8CD-48FB-891D-C57755328D79}" dt="2025-11-24T07:25:44.139" v="0" actId="47"/>
          <pc:sldLayoutMkLst>
            <pc:docMk/>
            <pc:sldMasterMk cId="1793204176" sldId="2147483673"/>
            <pc:sldLayoutMk cId="2923165599" sldId="2147483682"/>
          </pc:sldLayoutMkLst>
        </pc:sldLayoutChg>
      </pc:sldMasterChg>
      <pc:sldMasterChg chg="del delSldLayout">
        <pc:chgData name="Jiin Kim" userId="0c9e8f77-3f14-433c-9c81-a55793843dc2" providerId="ADAL" clId="{5D115515-B8CD-48FB-891D-C57755328D79}" dt="2025-11-24T07:31:34.209" v="54" actId="47"/>
        <pc:sldMasterMkLst>
          <pc:docMk/>
          <pc:sldMasterMk cId="4259379305" sldId="2147483691"/>
        </pc:sldMasterMkLst>
        <pc:sldLayoutChg chg="del">
          <pc:chgData name="Jiin Kim" userId="0c9e8f77-3f14-433c-9c81-a55793843dc2" providerId="ADAL" clId="{5D115515-B8CD-48FB-891D-C57755328D79}" dt="2025-11-24T07:31:34.209" v="54" actId="47"/>
          <pc:sldLayoutMkLst>
            <pc:docMk/>
            <pc:sldMasterMk cId="4259379305" sldId="2147483691"/>
            <pc:sldLayoutMk cId="3406959747" sldId="2147483692"/>
          </pc:sldLayoutMkLst>
        </pc:sldLayoutChg>
        <pc:sldLayoutChg chg="del">
          <pc:chgData name="Jiin Kim" userId="0c9e8f77-3f14-433c-9c81-a55793843dc2" providerId="ADAL" clId="{5D115515-B8CD-48FB-891D-C57755328D79}" dt="2025-11-24T07:31:34.209" v="54" actId="47"/>
          <pc:sldLayoutMkLst>
            <pc:docMk/>
            <pc:sldMasterMk cId="4259379305" sldId="2147483691"/>
            <pc:sldLayoutMk cId="3235073406" sldId="2147483693"/>
          </pc:sldLayoutMkLst>
        </pc:sldLayoutChg>
        <pc:sldLayoutChg chg="del">
          <pc:chgData name="Jiin Kim" userId="0c9e8f77-3f14-433c-9c81-a55793843dc2" providerId="ADAL" clId="{5D115515-B8CD-48FB-891D-C57755328D79}" dt="2025-11-24T07:31:34.209" v="54" actId="47"/>
          <pc:sldLayoutMkLst>
            <pc:docMk/>
            <pc:sldMasterMk cId="4259379305" sldId="2147483691"/>
            <pc:sldLayoutMk cId="4027105482" sldId="2147483694"/>
          </pc:sldLayoutMkLst>
        </pc:sldLayoutChg>
        <pc:sldLayoutChg chg="del">
          <pc:chgData name="Jiin Kim" userId="0c9e8f77-3f14-433c-9c81-a55793843dc2" providerId="ADAL" clId="{5D115515-B8CD-48FB-891D-C57755328D79}" dt="2025-11-24T07:31:34.209" v="54" actId="47"/>
          <pc:sldLayoutMkLst>
            <pc:docMk/>
            <pc:sldMasterMk cId="4259379305" sldId="2147483691"/>
            <pc:sldLayoutMk cId="3265361794" sldId="2147483695"/>
          </pc:sldLayoutMkLst>
        </pc:sldLayoutChg>
        <pc:sldLayoutChg chg="del">
          <pc:chgData name="Jiin Kim" userId="0c9e8f77-3f14-433c-9c81-a55793843dc2" providerId="ADAL" clId="{5D115515-B8CD-48FB-891D-C57755328D79}" dt="2025-11-24T07:31:34.209" v="54" actId="47"/>
          <pc:sldLayoutMkLst>
            <pc:docMk/>
            <pc:sldMasterMk cId="4259379305" sldId="2147483691"/>
            <pc:sldLayoutMk cId="1616970341" sldId="2147483696"/>
          </pc:sldLayoutMkLst>
        </pc:sldLayoutChg>
        <pc:sldLayoutChg chg="del">
          <pc:chgData name="Jiin Kim" userId="0c9e8f77-3f14-433c-9c81-a55793843dc2" providerId="ADAL" clId="{5D115515-B8CD-48FB-891D-C57755328D79}" dt="2025-11-24T07:31:34.209" v="54" actId="47"/>
          <pc:sldLayoutMkLst>
            <pc:docMk/>
            <pc:sldMasterMk cId="4259379305" sldId="2147483691"/>
            <pc:sldLayoutMk cId="3168848527" sldId="2147483697"/>
          </pc:sldLayoutMkLst>
        </pc:sldLayoutChg>
        <pc:sldLayoutChg chg="del">
          <pc:chgData name="Jiin Kim" userId="0c9e8f77-3f14-433c-9c81-a55793843dc2" providerId="ADAL" clId="{5D115515-B8CD-48FB-891D-C57755328D79}" dt="2025-11-24T07:31:34.209" v="54" actId="47"/>
          <pc:sldLayoutMkLst>
            <pc:docMk/>
            <pc:sldMasterMk cId="4259379305" sldId="2147483691"/>
            <pc:sldLayoutMk cId="106414642" sldId="2147483698"/>
          </pc:sldLayoutMkLst>
        </pc:sldLayoutChg>
        <pc:sldLayoutChg chg="del">
          <pc:chgData name="Jiin Kim" userId="0c9e8f77-3f14-433c-9c81-a55793843dc2" providerId="ADAL" clId="{5D115515-B8CD-48FB-891D-C57755328D79}" dt="2025-11-24T07:31:34.209" v="54" actId="47"/>
          <pc:sldLayoutMkLst>
            <pc:docMk/>
            <pc:sldMasterMk cId="4259379305" sldId="2147483691"/>
            <pc:sldLayoutMk cId="100935932" sldId="2147483699"/>
          </pc:sldLayoutMkLst>
        </pc:sldLayoutChg>
        <pc:sldLayoutChg chg="del">
          <pc:chgData name="Jiin Kim" userId="0c9e8f77-3f14-433c-9c81-a55793843dc2" providerId="ADAL" clId="{5D115515-B8CD-48FB-891D-C57755328D79}" dt="2025-11-24T07:31:34.209" v="54" actId="47"/>
          <pc:sldLayoutMkLst>
            <pc:docMk/>
            <pc:sldMasterMk cId="4259379305" sldId="2147483691"/>
            <pc:sldLayoutMk cId="2837477177" sldId="2147483700"/>
          </pc:sldLayoutMkLst>
        </pc:sldLayoutChg>
      </pc:sldMasterChg>
    </pc:docChg>
  </pc:docChgLst>
  <pc:docChgLst>
    <pc:chgData name="Sunyoung Hwang" userId="c33840b3-8d50-451c-8a1d-8c42bb79d2d3" providerId="ADAL" clId="{6157FB75-30F5-4987-814C-26DD884952DA}"/>
    <pc:docChg chg="delSld delMainMaster">
      <pc:chgData name="Sunyoung Hwang" userId="c33840b3-8d50-451c-8a1d-8c42bb79d2d3" providerId="ADAL" clId="{6157FB75-30F5-4987-814C-26DD884952DA}" dt="2025-10-14T04:43:15.256" v="1" actId="47"/>
      <pc:docMkLst>
        <pc:docMk/>
      </pc:docMkLst>
      <pc:sldChg chg="del">
        <pc:chgData name="Sunyoung Hwang" userId="c33840b3-8d50-451c-8a1d-8c42bb79d2d3" providerId="ADAL" clId="{6157FB75-30F5-4987-814C-26DD884952DA}" dt="2025-10-14T04:40:43.968" v="0" actId="47"/>
        <pc:sldMkLst>
          <pc:docMk/>
          <pc:sldMk cId="4037083888" sldId="5509"/>
        </pc:sldMkLst>
      </pc:sldChg>
      <pc:sldChg chg="del">
        <pc:chgData name="Sunyoung Hwang" userId="c33840b3-8d50-451c-8a1d-8c42bb79d2d3" providerId="ADAL" clId="{6157FB75-30F5-4987-814C-26DD884952DA}" dt="2025-10-14T04:40:43.968" v="0" actId="47"/>
        <pc:sldMkLst>
          <pc:docMk/>
          <pc:sldMk cId="4198676224" sldId="2142533526"/>
        </pc:sldMkLst>
      </pc:sldChg>
      <pc:sldChg chg="del">
        <pc:chgData name="Sunyoung Hwang" userId="c33840b3-8d50-451c-8a1d-8c42bb79d2d3" providerId="ADAL" clId="{6157FB75-30F5-4987-814C-26DD884952DA}" dt="2025-10-14T04:40:43.968" v="0" actId="47"/>
        <pc:sldMkLst>
          <pc:docMk/>
          <pc:sldMk cId="1632481440" sldId="2147480369"/>
        </pc:sldMkLst>
      </pc:sldChg>
      <pc:sldChg chg="del">
        <pc:chgData name="Sunyoung Hwang" userId="c33840b3-8d50-451c-8a1d-8c42bb79d2d3" providerId="ADAL" clId="{6157FB75-30F5-4987-814C-26DD884952DA}" dt="2025-10-14T04:40:43.968" v="0" actId="47"/>
        <pc:sldMkLst>
          <pc:docMk/>
          <pc:sldMk cId="1864232488" sldId="2147480373"/>
        </pc:sldMkLst>
      </pc:sldChg>
      <pc:sldChg chg="del">
        <pc:chgData name="Sunyoung Hwang" userId="c33840b3-8d50-451c-8a1d-8c42bb79d2d3" providerId="ADAL" clId="{6157FB75-30F5-4987-814C-26DD884952DA}" dt="2025-10-14T04:40:43.968" v="0" actId="47"/>
        <pc:sldMkLst>
          <pc:docMk/>
          <pc:sldMk cId="3657261388" sldId="2147480374"/>
        </pc:sldMkLst>
      </pc:sldChg>
      <pc:sldChg chg="del">
        <pc:chgData name="Sunyoung Hwang" userId="c33840b3-8d50-451c-8a1d-8c42bb79d2d3" providerId="ADAL" clId="{6157FB75-30F5-4987-814C-26DD884952DA}" dt="2025-10-14T04:43:15.256" v="1" actId="47"/>
        <pc:sldMkLst>
          <pc:docMk/>
          <pc:sldMk cId="631011254" sldId="2147480850"/>
        </pc:sldMkLst>
      </pc:sldChg>
      <pc:sldChg chg="del">
        <pc:chgData name="Sunyoung Hwang" userId="c33840b3-8d50-451c-8a1d-8c42bb79d2d3" providerId="ADAL" clId="{6157FB75-30F5-4987-814C-26DD884952DA}" dt="2025-10-14T04:43:15.256" v="1" actId="47"/>
        <pc:sldMkLst>
          <pc:docMk/>
          <pc:sldMk cId="3063733885" sldId="2147480863"/>
        </pc:sldMkLst>
      </pc:sldChg>
      <pc:sldChg chg="del">
        <pc:chgData name="Sunyoung Hwang" userId="c33840b3-8d50-451c-8a1d-8c42bb79d2d3" providerId="ADAL" clId="{6157FB75-30F5-4987-814C-26DD884952DA}" dt="2025-10-14T04:43:15.256" v="1" actId="47"/>
        <pc:sldMkLst>
          <pc:docMk/>
          <pc:sldMk cId="3149683730" sldId="2147480870"/>
        </pc:sldMkLst>
      </pc:sldChg>
      <pc:sldMasterChg chg="del delSldLayout">
        <pc:chgData name="Sunyoung Hwang" userId="c33840b3-8d50-451c-8a1d-8c42bb79d2d3" providerId="ADAL" clId="{6157FB75-30F5-4987-814C-26DD884952DA}" dt="2025-10-14T04:43:15.256" v="1" actId="47"/>
        <pc:sldMasterMkLst>
          <pc:docMk/>
          <pc:sldMasterMk cId="2217093063" sldId="2147483721"/>
        </pc:sldMasterMkLst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3640574705" sldId="2147483722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4124340992" sldId="2147483723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1609559498" sldId="2147483724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1783606166" sldId="2147483725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934245799" sldId="2147483726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3991794609" sldId="2147483727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2422482884" sldId="2147483728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3577467463" sldId="2147483729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1621869395" sldId="2147483730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704614354" sldId="2147483731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3478443826" sldId="2147483732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3535286183" sldId="2147483733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2217093063" sldId="2147483721"/>
            <pc:sldLayoutMk cId="3505595442" sldId="2147483734"/>
          </pc:sldLayoutMkLst>
        </pc:sldLayoutChg>
      </pc:sldMasterChg>
      <pc:sldMasterChg chg="del delSldLayout">
        <pc:chgData name="Sunyoung Hwang" userId="c33840b3-8d50-451c-8a1d-8c42bb79d2d3" providerId="ADAL" clId="{6157FB75-30F5-4987-814C-26DD884952DA}" dt="2025-10-14T04:43:15.256" v="1" actId="47"/>
        <pc:sldMasterMkLst>
          <pc:docMk/>
          <pc:sldMasterMk cId="1285038414" sldId="2147483735"/>
        </pc:sldMasterMkLst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1285038414" sldId="2147483735"/>
            <pc:sldLayoutMk cId="4059955489" sldId="2147483736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1285038414" sldId="2147483735"/>
            <pc:sldLayoutMk cId="287826569" sldId="2147483737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1285038414" sldId="2147483735"/>
            <pc:sldLayoutMk cId="641259981" sldId="2147483738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1285038414" sldId="2147483735"/>
            <pc:sldLayoutMk cId="1129013388" sldId="2147483739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1285038414" sldId="2147483735"/>
            <pc:sldLayoutMk cId="2958447430" sldId="2147483740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1285038414" sldId="2147483735"/>
            <pc:sldLayoutMk cId="670516680" sldId="2147483741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1285038414" sldId="2147483735"/>
            <pc:sldLayoutMk cId="191156754" sldId="2147483742"/>
          </pc:sldLayoutMkLst>
        </pc:sldLayoutChg>
        <pc:sldLayoutChg chg="del">
          <pc:chgData name="Sunyoung Hwang" userId="c33840b3-8d50-451c-8a1d-8c42bb79d2d3" providerId="ADAL" clId="{6157FB75-30F5-4987-814C-26DD884952DA}" dt="2025-10-14T04:43:15.256" v="1" actId="47"/>
          <pc:sldLayoutMkLst>
            <pc:docMk/>
            <pc:sldMasterMk cId="1285038414" sldId="2147483735"/>
            <pc:sldLayoutMk cId="3995285611" sldId="2147483743"/>
          </pc:sldLayoutMkLst>
        </pc:sldLayoutChg>
      </pc:sldMasterChg>
    </pc:docChg>
  </pc:docChgLst>
  <pc:docChgLst>
    <pc:chgData name="Jiin Kim" userId="0c9e8f77-3f14-433c-9c81-a55793843dc2" providerId="ADAL" clId="{11711579-5CD0-45B2-BDE6-36DCEEC89C15}"/>
    <pc:docChg chg="undo custSel delSld modSld delMainMaster">
      <pc:chgData name="Jiin Kim" userId="0c9e8f77-3f14-433c-9c81-a55793843dc2" providerId="ADAL" clId="{11711579-5CD0-45B2-BDE6-36DCEEC89C15}" dt="2025-10-21T05:51:55.448" v="1572"/>
      <pc:docMkLst>
        <pc:docMk/>
      </pc:docMkLst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1479928668" sldId="2142533465"/>
        </pc:sldMkLst>
      </pc:sldChg>
      <pc:sldChg chg="del">
        <pc:chgData name="Jiin Kim" userId="0c9e8f77-3f14-433c-9c81-a55793843dc2" providerId="ADAL" clId="{11711579-5CD0-45B2-BDE6-36DCEEC89C15}" dt="2025-10-15T07:50:11.782" v="0" actId="47"/>
        <pc:sldMkLst>
          <pc:docMk/>
          <pc:sldMk cId="4114450924" sldId="2142533522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148491924" sldId="2146849237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2555406814" sldId="2146849306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1884074690" sldId="2146849307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1904906026" sldId="2146849312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699739424" sldId="2147480362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2100733337" sldId="2147480387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2101550170" sldId="2147480388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3395658778" sldId="2147480390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3219972718" sldId="2147480391"/>
        </pc:sldMkLst>
      </pc:sldChg>
      <pc:sldChg chg="del">
        <pc:chgData name="Jiin Kim" userId="0c9e8f77-3f14-433c-9c81-a55793843dc2" providerId="ADAL" clId="{11711579-5CD0-45B2-BDE6-36DCEEC89C15}" dt="2025-10-15T07:50:11.782" v="0" actId="47"/>
        <pc:sldMkLst>
          <pc:docMk/>
          <pc:sldMk cId="448729054" sldId="2147480399"/>
        </pc:sldMkLst>
      </pc:sldChg>
      <pc:sldChg chg="del">
        <pc:chgData name="Jiin Kim" userId="0c9e8f77-3f14-433c-9c81-a55793843dc2" providerId="ADAL" clId="{11711579-5CD0-45B2-BDE6-36DCEEC89C15}" dt="2025-10-15T07:50:11.782" v="0" actId="47"/>
        <pc:sldMkLst>
          <pc:docMk/>
          <pc:sldMk cId="2383976040" sldId="2147480409"/>
        </pc:sldMkLst>
      </pc:sldChg>
      <pc:sldChg chg="del">
        <pc:chgData name="Jiin Kim" userId="0c9e8f77-3f14-433c-9c81-a55793843dc2" providerId="ADAL" clId="{11711579-5CD0-45B2-BDE6-36DCEEC89C15}" dt="2025-10-15T07:50:11.782" v="0" actId="47"/>
        <pc:sldMkLst>
          <pc:docMk/>
          <pc:sldMk cId="3937812616" sldId="2147480410"/>
        </pc:sldMkLst>
      </pc:sldChg>
      <pc:sldChg chg="modSp mod">
        <pc:chgData name="Jiin Kim" userId="0c9e8f77-3f14-433c-9c81-a55793843dc2" providerId="ADAL" clId="{11711579-5CD0-45B2-BDE6-36DCEEC89C15}" dt="2025-10-21T05:51:24.939" v="1559" actId="6549"/>
        <pc:sldMkLst>
          <pc:docMk/>
          <pc:sldMk cId="1407558923" sldId="2147480432"/>
        </pc:sldMkLst>
      </pc:sldChg>
      <pc:sldChg chg="modSp mod">
        <pc:chgData name="Jiin Kim" userId="0c9e8f77-3f14-433c-9c81-a55793843dc2" providerId="ADAL" clId="{11711579-5CD0-45B2-BDE6-36DCEEC89C15}" dt="2025-10-20T01:38:47.275" v="1502" actId="13926"/>
        <pc:sldMkLst>
          <pc:docMk/>
          <pc:sldMk cId="1093082796" sldId="2147480433"/>
        </pc:sldMkLst>
      </pc:sldChg>
      <pc:sldChg chg="modSp mod">
        <pc:chgData name="Jiin Kim" userId="0c9e8f77-3f14-433c-9c81-a55793843dc2" providerId="ADAL" clId="{11711579-5CD0-45B2-BDE6-36DCEEC89C15}" dt="2025-10-15T07:55:34.002" v="205" actId="20577"/>
        <pc:sldMkLst>
          <pc:docMk/>
          <pc:sldMk cId="3362931505" sldId="2147480434"/>
        </pc:sldMkLst>
      </pc:sldChg>
      <pc:sldChg chg="modSp mod">
        <pc:chgData name="Jiin Kim" userId="0c9e8f77-3f14-433c-9c81-a55793843dc2" providerId="ADAL" clId="{11711579-5CD0-45B2-BDE6-36DCEEC89C15}" dt="2025-10-15T07:58:06.547" v="273" actId="20577"/>
        <pc:sldMkLst>
          <pc:docMk/>
          <pc:sldMk cId="2150311135" sldId="2147480435"/>
        </pc:sldMkLst>
      </pc:sldChg>
      <pc:sldChg chg="modSp mod">
        <pc:chgData name="Jiin Kim" userId="0c9e8f77-3f14-433c-9c81-a55793843dc2" providerId="ADAL" clId="{11711579-5CD0-45B2-BDE6-36DCEEC89C15}" dt="2025-10-21T05:51:55.448" v="1572"/>
        <pc:sldMkLst>
          <pc:docMk/>
          <pc:sldMk cId="2645638732" sldId="2147480437"/>
        </pc:sldMkLst>
      </pc:sldChg>
      <pc:sldChg chg="modSp mod">
        <pc:chgData name="Jiin Kim" userId="0c9e8f77-3f14-433c-9c81-a55793843dc2" providerId="ADAL" clId="{11711579-5CD0-45B2-BDE6-36DCEEC89C15}" dt="2025-10-20T01:32:25.884" v="1077" actId="6549"/>
        <pc:sldMkLst>
          <pc:docMk/>
          <pc:sldMk cId="3592388403" sldId="2147480438"/>
        </pc:sldMkLst>
      </pc:sldChg>
      <pc:sldChg chg="modSp mod">
        <pc:chgData name="Jiin Kim" userId="0c9e8f77-3f14-433c-9c81-a55793843dc2" providerId="ADAL" clId="{11711579-5CD0-45B2-BDE6-36DCEEC89C15}" dt="2025-10-20T01:32:47.265" v="1083" actId="20577"/>
        <pc:sldMkLst>
          <pc:docMk/>
          <pc:sldMk cId="1667434815" sldId="2147480439"/>
        </pc:sldMkLst>
      </pc:sldChg>
      <pc:sldChg chg="modSp mod">
        <pc:chgData name="Jiin Kim" userId="0c9e8f77-3f14-433c-9c81-a55793843dc2" providerId="ADAL" clId="{11711579-5CD0-45B2-BDE6-36DCEEC89C15}" dt="2025-10-20T01:33:32.261" v="1120" actId="20577"/>
        <pc:sldMkLst>
          <pc:docMk/>
          <pc:sldMk cId="207449686" sldId="2147480440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64752631" sldId="2147480441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214398804" sldId="2147480442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2069487635" sldId="2147480443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3223481119" sldId="2147480444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278511000" sldId="2147480445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803134966" sldId="2147480446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1774290984" sldId="2147480447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3493894018" sldId="2147480448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1567607230" sldId="2147480449"/>
        </pc:sldMkLst>
      </pc:sldChg>
      <pc:sldChg chg="del">
        <pc:chgData name="Jiin Kim" userId="0c9e8f77-3f14-433c-9c81-a55793843dc2" providerId="ADAL" clId="{11711579-5CD0-45B2-BDE6-36DCEEC89C15}" dt="2025-10-15T07:50:15.890" v="1" actId="47"/>
        <pc:sldMkLst>
          <pc:docMk/>
          <pc:sldMk cId="2120305294" sldId="2147480450"/>
        </pc:sldMkLst>
      </pc:sldChg>
      <pc:sldMasterChg chg="del delSldLayout">
        <pc:chgData name="Jiin Kim" userId="0c9e8f77-3f14-433c-9c81-a55793843dc2" providerId="ADAL" clId="{11711579-5CD0-45B2-BDE6-36DCEEC89C15}" dt="2025-10-15T07:50:11.782" v="0" actId="47"/>
        <pc:sldMasterMkLst>
          <pc:docMk/>
          <pc:sldMasterMk cId="2915354926" sldId="2147483683"/>
        </pc:sldMasterMkLst>
        <pc:sldLayoutChg chg="del">
          <pc:chgData name="Jiin Kim" userId="0c9e8f77-3f14-433c-9c81-a55793843dc2" providerId="ADAL" clId="{11711579-5CD0-45B2-BDE6-36DCEEC89C15}" dt="2025-10-15T07:50:11.782" v="0" actId="47"/>
          <pc:sldLayoutMkLst>
            <pc:docMk/>
            <pc:sldMasterMk cId="2915354926" sldId="2147483683"/>
            <pc:sldLayoutMk cId="297551212" sldId="2147483684"/>
          </pc:sldLayoutMkLst>
        </pc:sldLayoutChg>
        <pc:sldLayoutChg chg="del">
          <pc:chgData name="Jiin Kim" userId="0c9e8f77-3f14-433c-9c81-a55793843dc2" providerId="ADAL" clId="{11711579-5CD0-45B2-BDE6-36DCEEC89C15}" dt="2025-10-15T07:50:11.782" v="0" actId="47"/>
          <pc:sldLayoutMkLst>
            <pc:docMk/>
            <pc:sldMasterMk cId="2915354926" sldId="2147483683"/>
            <pc:sldLayoutMk cId="3846202291" sldId="2147483685"/>
          </pc:sldLayoutMkLst>
        </pc:sldLayoutChg>
        <pc:sldLayoutChg chg="del">
          <pc:chgData name="Jiin Kim" userId="0c9e8f77-3f14-433c-9c81-a55793843dc2" providerId="ADAL" clId="{11711579-5CD0-45B2-BDE6-36DCEEC89C15}" dt="2025-10-15T07:50:11.782" v="0" actId="47"/>
          <pc:sldLayoutMkLst>
            <pc:docMk/>
            <pc:sldMasterMk cId="2915354926" sldId="2147483683"/>
            <pc:sldLayoutMk cId="1080878426" sldId="2147483686"/>
          </pc:sldLayoutMkLst>
        </pc:sldLayoutChg>
        <pc:sldLayoutChg chg="del">
          <pc:chgData name="Jiin Kim" userId="0c9e8f77-3f14-433c-9c81-a55793843dc2" providerId="ADAL" clId="{11711579-5CD0-45B2-BDE6-36DCEEC89C15}" dt="2025-10-15T07:50:11.782" v="0" actId="47"/>
          <pc:sldLayoutMkLst>
            <pc:docMk/>
            <pc:sldMasterMk cId="2915354926" sldId="2147483683"/>
            <pc:sldLayoutMk cId="4007600524" sldId="2147483687"/>
          </pc:sldLayoutMkLst>
        </pc:sldLayoutChg>
        <pc:sldLayoutChg chg="del">
          <pc:chgData name="Jiin Kim" userId="0c9e8f77-3f14-433c-9c81-a55793843dc2" providerId="ADAL" clId="{11711579-5CD0-45B2-BDE6-36DCEEC89C15}" dt="2025-10-15T07:50:11.782" v="0" actId="47"/>
          <pc:sldLayoutMkLst>
            <pc:docMk/>
            <pc:sldMasterMk cId="2915354926" sldId="2147483683"/>
            <pc:sldLayoutMk cId="624093956" sldId="2147483688"/>
          </pc:sldLayoutMkLst>
        </pc:sldLayoutChg>
        <pc:sldLayoutChg chg="del">
          <pc:chgData name="Jiin Kim" userId="0c9e8f77-3f14-433c-9c81-a55793843dc2" providerId="ADAL" clId="{11711579-5CD0-45B2-BDE6-36DCEEC89C15}" dt="2025-10-15T07:50:11.782" v="0" actId="47"/>
          <pc:sldLayoutMkLst>
            <pc:docMk/>
            <pc:sldMasterMk cId="2915354926" sldId="2147483683"/>
            <pc:sldLayoutMk cId="2573553873" sldId="2147483689"/>
          </pc:sldLayoutMkLst>
        </pc:sldLayoutChg>
        <pc:sldLayoutChg chg="del">
          <pc:chgData name="Jiin Kim" userId="0c9e8f77-3f14-433c-9c81-a55793843dc2" providerId="ADAL" clId="{11711579-5CD0-45B2-BDE6-36DCEEC89C15}" dt="2025-10-15T07:50:11.782" v="0" actId="47"/>
          <pc:sldLayoutMkLst>
            <pc:docMk/>
            <pc:sldMasterMk cId="2915354926" sldId="2147483683"/>
            <pc:sldLayoutMk cId="3749967402" sldId="2147483690"/>
          </pc:sldLayoutMkLst>
        </pc:sldLayoutChg>
      </pc:sldMasterChg>
    </pc:docChg>
  </pc:docChgLst>
  <pc:docChgLst>
    <pc:chgData name="Jiin Kim" userId="0c9e8f77-3f14-433c-9c81-a55793843dc2" providerId="ADAL" clId="{8DAC492B-DE75-4182-826D-26395B08AF6F}"/>
    <pc:docChg chg="undo custSel addSld modSld sldOrd">
      <pc:chgData name="Jiin Kim" userId="0c9e8f77-3f14-433c-9c81-a55793843dc2" providerId="ADAL" clId="{8DAC492B-DE75-4182-826D-26395B08AF6F}" dt="2025-10-21T07:52:23.830" v="214"/>
      <pc:docMkLst>
        <pc:docMk/>
      </pc:docMkLst>
      <pc:sldChg chg="add ord">
        <pc:chgData name="Jiin Kim" userId="0c9e8f77-3f14-433c-9c81-a55793843dc2" providerId="ADAL" clId="{8DAC492B-DE75-4182-826D-26395B08AF6F}" dt="2025-10-21T07:18:45.952" v="7"/>
        <pc:sldMkLst>
          <pc:docMk/>
          <pc:sldMk cId="4037083888" sldId="5509"/>
        </pc:sldMkLst>
      </pc:sldChg>
      <pc:sldChg chg="add">
        <pc:chgData name="Jiin Kim" userId="0c9e8f77-3f14-433c-9c81-a55793843dc2" providerId="ADAL" clId="{8DAC492B-DE75-4182-826D-26395B08AF6F}" dt="2025-10-21T07:19:31.019" v="10"/>
        <pc:sldMkLst>
          <pc:docMk/>
          <pc:sldMk cId="717996997" sldId="5513"/>
        </pc:sldMkLst>
      </pc:sldChg>
      <pc:sldChg chg="add">
        <pc:chgData name="Jiin Kim" userId="0c9e8f77-3f14-433c-9c81-a55793843dc2" providerId="ADAL" clId="{8DAC492B-DE75-4182-826D-26395B08AF6F}" dt="2025-10-21T07:19:22.556" v="9"/>
        <pc:sldMkLst>
          <pc:docMk/>
          <pc:sldMk cId="1832211069" sldId="2142533454"/>
        </pc:sldMkLst>
      </pc:sldChg>
      <pc:sldChg chg="add">
        <pc:chgData name="Jiin Kim" userId="0c9e8f77-3f14-433c-9c81-a55793843dc2" providerId="ADAL" clId="{8DAC492B-DE75-4182-826D-26395B08AF6F}" dt="2025-10-21T07:17:03.475" v="2"/>
        <pc:sldMkLst>
          <pc:docMk/>
          <pc:sldMk cId="1479928668" sldId="2142533465"/>
        </pc:sldMkLst>
      </pc:sldChg>
      <pc:sldChg chg="add">
        <pc:chgData name="Jiin Kim" userId="0c9e8f77-3f14-433c-9c81-a55793843dc2" providerId="ADAL" clId="{8DAC492B-DE75-4182-826D-26395B08AF6F}" dt="2025-10-21T07:18:39.849" v="5"/>
        <pc:sldMkLst>
          <pc:docMk/>
          <pc:sldMk cId="2994794719" sldId="2142533503"/>
        </pc:sldMkLst>
      </pc:sldChg>
      <pc:sldChg chg="delSp modSp add mod">
        <pc:chgData name="Jiin Kim" userId="0c9e8f77-3f14-433c-9c81-a55793843dc2" providerId="ADAL" clId="{8DAC492B-DE75-4182-826D-26395B08AF6F}" dt="2025-10-21T07:43:57.159" v="186" actId="478"/>
        <pc:sldMkLst>
          <pc:docMk/>
          <pc:sldMk cId="216861854" sldId="2142533515"/>
        </pc:sldMkLst>
      </pc:sldChg>
      <pc:sldChg chg="add">
        <pc:chgData name="Jiin Kim" userId="0c9e8f77-3f14-433c-9c81-a55793843dc2" providerId="ADAL" clId="{8DAC492B-DE75-4182-826D-26395B08AF6F}" dt="2025-10-21T07:18:58.716" v="8"/>
        <pc:sldMkLst>
          <pc:docMk/>
          <pc:sldMk cId="1235601657" sldId="2142533516"/>
        </pc:sldMkLst>
      </pc:sldChg>
      <pc:sldChg chg="add">
        <pc:chgData name="Jiin Kim" userId="0c9e8f77-3f14-433c-9c81-a55793843dc2" providerId="ADAL" clId="{8DAC492B-DE75-4182-826D-26395B08AF6F}" dt="2025-10-21T07:18:58.716" v="8"/>
        <pc:sldMkLst>
          <pc:docMk/>
          <pc:sldMk cId="3978932099" sldId="2142533517"/>
        </pc:sldMkLst>
      </pc:sldChg>
      <pc:sldChg chg="add">
        <pc:chgData name="Jiin Kim" userId="0c9e8f77-3f14-433c-9c81-a55793843dc2" providerId="ADAL" clId="{8DAC492B-DE75-4182-826D-26395B08AF6F}" dt="2025-10-21T07:16:47.565" v="1"/>
        <pc:sldMkLst>
          <pc:docMk/>
          <pc:sldMk cId="4114450924" sldId="2142533522"/>
        </pc:sldMkLst>
      </pc:sldChg>
      <pc:sldChg chg="add ord">
        <pc:chgData name="Jiin Kim" userId="0c9e8f77-3f14-433c-9c81-a55793843dc2" providerId="ADAL" clId="{8DAC492B-DE75-4182-826D-26395B08AF6F}" dt="2025-10-21T07:18:45.952" v="7"/>
        <pc:sldMkLst>
          <pc:docMk/>
          <pc:sldMk cId="4198676224" sldId="2142533526"/>
        </pc:sldMkLst>
      </pc:sldChg>
      <pc:sldChg chg="add">
        <pc:chgData name="Jiin Kim" userId="0c9e8f77-3f14-433c-9c81-a55793843dc2" providerId="ADAL" clId="{8DAC492B-DE75-4182-826D-26395B08AF6F}" dt="2025-10-21T07:19:31.019" v="10"/>
        <pc:sldMkLst>
          <pc:docMk/>
          <pc:sldMk cId="2805549517" sldId="2146849204"/>
        </pc:sldMkLst>
      </pc:sldChg>
      <pc:sldChg chg="add">
        <pc:chgData name="Jiin Kim" userId="0c9e8f77-3f14-433c-9c81-a55793843dc2" providerId="ADAL" clId="{8DAC492B-DE75-4182-826D-26395B08AF6F}" dt="2025-10-21T07:17:03.475" v="2"/>
        <pc:sldMkLst>
          <pc:docMk/>
          <pc:sldMk cId="148491924" sldId="2146849237"/>
        </pc:sldMkLst>
      </pc:sldChg>
      <pc:sldChg chg="add">
        <pc:chgData name="Jiin Kim" userId="0c9e8f77-3f14-433c-9c81-a55793843dc2" providerId="ADAL" clId="{8DAC492B-DE75-4182-826D-26395B08AF6F}" dt="2025-10-21T07:17:03.475" v="2"/>
        <pc:sldMkLst>
          <pc:docMk/>
          <pc:sldMk cId="2555406814" sldId="2146849306"/>
        </pc:sldMkLst>
      </pc:sldChg>
      <pc:sldChg chg="addSp delSp modSp add mod">
        <pc:chgData name="Jiin Kim" userId="0c9e8f77-3f14-433c-9c81-a55793843dc2" providerId="ADAL" clId="{8DAC492B-DE75-4182-826D-26395B08AF6F}" dt="2025-10-21T07:41:00.827" v="135" actId="20577"/>
        <pc:sldMkLst>
          <pc:docMk/>
          <pc:sldMk cId="1884074690" sldId="2146849307"/>
        </pc:sldMkLst>
      </pc:sldChg>
      <pc:sldChg chg="addSp delSp modSp add mod">
        <pc:chgData name="Jiin Kim" userId="0c9e8f77-3f14-433c-9c81-a55793843dc2" providerId="ADAL" clId="{8DAC492B-DE75-4182-826D-26395B08AF6F}" dt="2025-10-21T07:42:18.600" v="173"/>
        <pc:sldMkLst>
          <pc:docMk/>
          <pc:sldMk cId="1904906026" sldId="2146849312"/>
        </pc:sldMkLst>
      </pc:sldChg>
      <pc:sldChg chg="add">
        <pc:chgData name="Jiin Kim" userId="0c9e8f77-3f14-433c-9c81-a55793843dc2" providerId="ADAL" clId="{8DAC492B-DE75-4182-826D-26395B08AF6F}" dt="2025-10-21T07:17:03.475" v="2"/>
        <pc:sldMkLst>
          <pc:docMk/>
          <pc:sldMk cId="699739424" sldId="2147480362"/>
        </pc:sldMkLst>
      </pc:sldChg>
      <pc:sldChg chg="add">
        <pc:chgData name="Jiin Kim" userId="0c9e8f77-3f14-433c-9c81-a55793843dc2" providerId="ADAL" clId="{8DAC492B-DE75-4182-826D-26395B08AF6F}" dt="2025-10-21T07:19:22.556" v="9"/>
        <pc:sldMkLst>
          <pc:docMk/>
          <pc:sldMk cId="368238167" sldId="2147480367"/>
        </pc:sldMkLst>
      </pc:sldChg>
      <pc:sldChg chg="modSp add mod ord">
        <pc:chgData name="Jiin Kim" userId="0c9e8f77-3f14-433c-9c81-a55793843dc2" providerId="ADAL" clId="{8DAC492B-DE75-4182-826D-26395B08AF6F}" dt="2025-10-21T07:43:39.767" v="183" actId="14734"/>
        <pc:sldMkLst>
          <pc:docMk/>
          <pc:sldMk cId="1632481440" sldId="2147480369"/>
        </pc:sldMkLst>
      </pc:sldChg>
      <pc:sldChg chg="add">
        <pc:chgData name="Jiin Kim" userId="0c9e8f77-3f14-433c-9c81-a55793843dc2" providerId="ADAL" clId="{8DAC492B-DE75-4182-826D-26395B08AF6F}" dt="2025-10-21T07:18:39.849" v="5"/>
        <pc:sldMkLst>
          <pc:docMk/>
          <pc:sldMk cId="1864232488" sldId="2147480373"/>
        </pc:sldMkLst>
      </pc:sldChg>
      <pc:sldChg chg="add">
        <pc:chgData name="Jiin Kim" userId="0c9e8f77-3f14-433c-9c81-a55793843dc2" providerId="ADAL" clId="{8DAC492B-DE75-4182-826D-26395B08AF6F}" dt="2025-10-21T07:19:22.556" v="9"/>
        <pc:sldMkLst>
          <pc:docMk/>
          <pc:sldMk cId="1114694729" sldId="2147480374"/>
        </pc:sldMkLst>
      </pc:sldChg>
      <pc:sldChg chg="add">
        <pc:chgData name="Jiin Kim" userId="0c9e8f77-3f14-433c-9c81-a55793843dc2" providerId="ADAL" clId="{8DAC492B-DE75-4182-826D-26395B08AF6F}" dt="2025-10-21T07:17:03.475" v="2"/>
        <pc:sldMkLst>
          <pc:docMk/>
          <pc:sldMk cId="2100733337" sldId="2147480387"/>
        </pc:sldMkLst>
      </pc:sldChg>
      <pc:sldChg chg="add">
        <pc:chgData name="Jiin Kim" userId="0c9e8f77-3f14-433c-9c81-a55793843dc2" providerId="ADAL" clId="{8DAC492B-DE75-4182-826D-26395B08AF6F}" dt="2025-10-21T07:17:03.475" v="2"/>
        <pc:sldMkLst>
          <pc:docMk/>
          <pc:sldMk cId="2101550170" sldId="2147480388"/>
        </pc:sldMkLst>
      </pc:sldChg>
      <pc:sldChg chg="add">
        <pc:chgData name="Jiin Kim" userId="0c9e8f77-3f14-433c-9c81-a55793843dc2" providerId="ADAL" clId="{8DAC492B-DE75-4182-826D-26395B08AF6F}" dt="2025-10-21T07:17:03.475" v="2"/>
        <pc:sldMkLst>
          <pc:docMk/>
          <pc:sldMk cId="3395658778" sldId="2147480390"/>
        </pc:sldMkLst>
      </pc:sldChg>
      <pc:sldChg chg="add">
        <pc:chgData name="Jiin Kim" userId="0c9e8f77-3f14-433c-9c81-a55793843dc2" providerId="ADAL" clId="{8DAC492B-DE75-4182-826D-26395B08AF6F}" dt="2025-10-21T07:17:03.475" v="2"/>
        <pc:sldMkLst>
          <pc:docMk/>
          <pc:sldMk cId="3219972718" sldId="2147480391"/>
        </pc:sldMkLst>
      </pc:sldChg>
      <pc:sldChg chg="modSp add mod">
        <pc:chgData name="Jiin Kim" userId="0c9e8f77-3f14-433c-9c81-a55793843dc2" providerId="ADAL" clId="{8DAC492B-DE75-4182-826D-26395B08AF6F}" dt="2025-10-21T07:43:19.913" v="181" actId="20577"/>
        <pc:sldMkLst>
          <pc:docMk/>
          <pc:sldMk cId="448729054" sldId="2147480399"/>
        </pc:sldMkLst>
      </pc:sldChg>
      <pc:sldChg chg="add">
        <pc:chgData name="Jiin Kim" userId="0c9e8f77-3f14-433c-9c81-a55793843dc2" providerId="ADAL" clId="{8DAC492B-DE75-4182-826D-26395B08AF6F}" dt="2025-10-21T07:47:33.823" v="212"/>
        <pc:sldMkLst>
          <pc:docMk/>
          <pc:sldMk cId="3488047069" sldId="2147480407"/>
        </pc:sldMkLst>
      </pc:sldChg>
      <pc:sldChg chg="add">
        <pc:chgData name="Jiin Kim" userId="0c9e8f77-3f14-433c-9c81-a55793843dc2" providerId="ADAL" clId="{8DAC492B-DE75-4182-826D-26395B08AF6F}" dt="2025-10-21T07:16:47.565" v="1"/>
        <pc:sldMkLst>
          <pc:docMk/>
          <pc:sldMk cId="2383976040" sldId="2147480409"/>
        </pc:sldMkLst>
      </pc:sldChg>
      <pc:sldChg chg="add">
        <pc:chgData name="Jiin Kim" userId="0c9e8f77-3f14-433c-9c81-a55793843dc2" providerId="ADAL" clId="{8DAC492B-DE75-4182-826D-26395B08AF6F}" dt="2025-10-21T07:16:47.565" v="1"/>
        <pc:sldMkLst>
          <pc:docMk/>
          <pc:sldMk cId="3937812616" sldId="2147480410"/>
        </pc:sldMkLst>
      </pc:sldChg>
      <pc:sldChg chg="modSp mod">
        <pc:chgData name="Jiin Kim" userId="0c9e8f77-3f14-433c-9c81-a55793843dc2" providerId="ADAL" clId="{8DAC492B-DE75-4182-826D-26395B08AF6F}" dt="2025-10-21T07:44:58.958" v="210" actId="20577"/>
        <pc:sldMkLst>
          <pc:docMk/>
          <pc:sldMk cId="3592388403" sldId="2147480438"/>
        </pc:sldMkLst>
      </pc:sldChg>
      <pc:sldChg chg="add">
        <pc:chgData name="Jiin Kim" userId="0c9e8f77-3f14-433c-9c81-a55793843dc2" providerId="ADAL" clId="{8DAC492B-DE75-4182-826D-26395B08AF6F}" dt="2025-10-21T07:15:54.343" v="0"/>
        <pc:sldMkLst>
          <pc:docMk/>
          <pc:sldMk cId="64752631" sldId="2147480441"/>
        </pc:sldMkLst>
      </pc:sldChg>
      <pc:sldChg chg="add">
        <pc:chgData name="Jiin Kim" userId="0c9e8f77-3f14-433c-9c81-a55793843dc2" providerId="ADAL" clId="{8DAC492B-DE75-4182-826D-26395B08AF6F}" dt="2025-10-21T07:15:54.343" v="0"/>
        <pc:sldMkLst>
          <pc:docMk/>
          <pc:sldMk cId="214398804" sldId="2147480442"/>
        </pc:sldMkLst>
      </pc:sldChg>
      <pc:sldChg chg="add">
        <pc:chgData name="Jiin Kim" userId="0c9e8f77-3f14-433c-9c81-a55793843dc2" providerId="ADAL" clId="{8DAC492B-DE75-4182-826D-26395B08AF6F}" dt="2025-10-21T07:15:54.343" v="0"/>
        <pc:sldMkLst>
          <pc:docMk/>
          <pc:sldMk cId="2069487635" sldId="2147480443"/>
        </pc:sldMkLst>
      </pc:sldChg>
      <pc:sldChg chg="add">
        <pc:chgData name="Jiin Kim" userId="0c9e8f77-3f14-433c-9c81-a55793843dc2" providerId="ADAL" clId="{8DAC492B-DE75-4182-826D-26395B08AF6F}" dt="2025-10-21T07:15:54.343" v="0"/>
        <pc:sldMkLst>
          <pc:docMk/>
          <pc:sldMk cId="3223481119" sldId="2147480444"/>
        </pc:sldMkLst>
      </pc:sldChg>
      <pc:sldChg chg="modSp add mod">
        <pc:chgData name="Jiin Kim" userId="0c9e8f77-3f14-433c-9c81-a55793843dc2" providerId="ADAL" clId="{8DAC492B-DE75-4182-826D-26395B08AF6F}" dt="2025-10-21T07:45:15.093" v="211" actId="20577"/>
        <pc:sldMkLst>
          <pc:docMk/>
          <pc:sldMk cId="278511000" sldId="2147480445"/>
        </pc:sldMkLst>
      </pc:sldChg>
      <pc:sldChg chg="add">
        <pc:chgData name="Jiin Kim" userId="0c9e8f77-3f14-433c-9c81-a55793843dc2" providerId="ADAL" clId="{8DAC492B-DE75-4182-826D-26395B08AF6F}" dt="2025-10-21T07:15:54.343" v="0"/>
        <pc:sldMkLst>
          <pc:docMk/>
          <pc:sldMk cId="803134966" sldId="2147480446"/>
        </pc:sldMkLst>
      </pc:sldChg>
      <pc:sldChg chg="add">
        <pc:chgData name="Jiin Kim" userId="0c9e8f77-3f14-433c-9c81-a55793843dc2" providerId="ADAL" clId="{8DAC492B-DE75-4182-826D-26395B08AF6F}" dt="2025-10-21T07:15:54.343" v="0"/>
        <pc:sldMkLst>
          <pc:docMk/>
          <pc:sldMk cId="1774290984" sldId="2147480447"/>
        </pc:sldMkLst>
      </pc:sldChg>
      <pc:sldChg chg="add">
        <pc:chgData name="Jiin Kim" userId="0c9e8f77-3f14-433c-9c81-a55793843dc2" providerId="ADAL" clId="{8DAC492B-DE75-4182-826D-26395B08AF6F}" dt="2025-10-21T07:15:54.343" v="0"/>
        <pc:sldMkLst>
          <pc:docMk/>
          <pc:sldMk cId="3493894018" sldId="2147480448"/>
        </pc:sldMkLst>
      </pc:sldChg>
      <pc:sldChg chg="add">
        <pc:chgData name="Jiin Kim" userId="0c9e8f77-3f14-433c-9c81-a55793843dc2" providerId="ADAL" clId="{8DAC492B-DE75-4182-826D-26395B08AF6F}" dt="2025-10-21T07:15:54.343" v="0"/>
        <pc:sldMkLst>
          <pc:docMk/>
          <pc:sldMk cId="1567607230" sldId="2147480449"/>
        </pc:sldMkLst>
      </pc:sldChg>
      <pc:sldChg chg="add">
        <pc:chgData name="Jiin Kim" userId="0c9e8f77-3f14-433c-9c81-a55793843dc2" providerId="ADAL" clId="{8DAC492B-DE75-4182-826D-26395B08AF6F}" dt="2025-10-21T07:15:54.343" v="0"/>
        <pc:sldMkLst>
          <pc:docMk/>
          <pc:sldMk cId="2120305294" sldId="2147480450"/>
        </pc:sldMkLst>
      </pc:sldChg>
      <pc:sldChg chg="add">
        <pc:chgData name="Jiin Kim" userId="0c9e8f77-3f14-433c-9c81-a55793843dc2" providerId="ADAL" clId="{8DAC492B-DE75-4182-826D-26395B08AF6F}" dt="2025-10-21T07:17:14.011" v="3"/>
        <pc:sldMkLst>
          <pc:docMk/>
          <pc:sldMk cId="2733389510" sldId="2147480871"/>
        </pc:sldMkLst>
      </pc:sldChg>
      <pc:sldChg chg="add">
        <pc:chgData name="Jiin Kim" userId="0c9e8f77-3f14-433c-9c81-a55793843dc2" providerId="ADAL" clId="{8DAC492B-DE75-4182-826D-26395B08AF6F}" dt="2025-10-21T07:17:14.011" v="3"/>
        <pc:sldMkLst>
          <pc:docMk/>
          <pc:sldMk cId="3204733862" sldId="2147480872"/>
        </pc:sldMkLst>
      </pc:sldChg>
      <pc:sldChg chg="add ord">
        <pc:chgData name="Jiin Kim" userId="0c9e8f77-3f14-433c-9c81-a55793843dc2" providerId="ADAL" clId="{8DAC492B-DE75-4182-826D-26395B08AF6F}" dt="2025-10-21T07:52:23.830" v="214"/>
        <pc:sldMkLst>
          <pc:docMk/>
          <pc:sldMk cId="907961566" sldId="2147480873"/>
        </pc:sldMkLst>
      </pc:sldChg>
      <pc:sldChg chg="add">
        <pc:chgData name="Jiin Kim" userId="0c9e8f77-3f14-433c-9c81-a55793843dc2" providerId="ADAL" clId="{8DAC492B-DE75-4182-826D-26395B08AF6F}" dt="2025-10-21T07:17:14.011" v="3"/>
        <pc:sldMkLst>
          <pc:docMk/>
          <pc:sldMk cId="615181791" sldId="2147480874"/>
        </pc:sldMkLst>
      </pc:sldChg>
    </pc:docChg>
  </pc:docChgLst>
  <pc:docChgLst>
    <pc:chgData name="Eunjee Lee" userId="f477b814-4ae2-4090-a134-722f15725ebf" providerId="ADAL" clId="{63B6AA6A-558B-4169-BA60-99A704E063C6}"/>
    <pc:docChg chg="undo custSel addSld delSld delMainMaster">
      <pc:chgData name="Eunjee Lee" userId="f477b814-4ae2-4090-a134-722f15725ebf" providerId="ADAL" clId="{63B6AA6A-558B-4169-BA60-99A704E063C6}" dt="2026-01-09T08:41:29.407" v="8" actId="47"/>
      <pc:docMkLst>
        <pc:docMk/>
      </pc:docMkLst>
      <pc:sldChg chg="del">
        <pc:chgData name="Eunjee Lee" userId="f477b814-4ae2-4090-a134-722f15725ebf" providerId="ADAL" clId="{63B6AA6A-558B-4169-BA60-99A704E063C6}" dt="2026-01-09T08:40:31.307" v="3" actId="47"/>
        <pc:sldMkLst>
          <pc:docMk/>
          <pc:sldMk cId="4037083888" sldId="5509"/>
        </pc:sldMkLst>
      </pc:sldChg>
      <pc:sldChg chg="del">
        <pc:chgData name="Eunjee Lee" userId="f477b814-4ae2-4090-a134-722f15725ebf" providerId="ADAL" clId="{63B6AA6A-558B-4169-BA60-99A704E063C6}" dt="2026-01-09T08:40:25.834" v="0" actId="2696"/>
        <pc:sldMkLst>
          <pc:docMk/>
          <pc:sldMk cId="2994794719" sldId="2142533503"/>
        </pc:sldMkLst>
      </pc:sldChg>
      <pc:sldChg chg="del">
        <pc:chgData name="Eunjee Lee" userId="f477b814-4ae2-4090-a134-722f15725ebf" providerId="ADAL" clId="{63B6AA6A-558B-4169-BA60-99A704E063C6}" dt="2026-01-09T08:40:32.374" v="4" actId="47"/>
        <pc:sldMkLst>
          <pc:docMk/>
          <pc:sldMk cId="4198676224" sldId="2142533526"/>
        </pc:sldMkLst>
      </pc:sldChg>
      <pc:sldChg chg="del">
        <pc:chgData name="Eunjee Lee" userId="f477b814-4ae2-4090-a134-722f15725ebf" providerId="ADAL" clId="{63B6AA6A-558B-4169-BA60-99A704E063C6}" dt="2026-01-09T08:40:30.277" v="2" actId="47"/>
        <pc:sldMkLst>
          <pc:docMk/>
          <pc:sldMk cId="1632481440" sldId="2147480369"/>
        </pc:sldMkLst>
      </pc:sldChg>
      <pc:sldChg chg="del">
        <pc:chgData name="Eunjee Lee" userId="f477b814-4ae2-4090-a134-722f15725ebf" providerId="ADAL" clId="{63B6AA6A-558B-4169-BA60-99A704E063C6}" dt="2026-01-09T08:40:27.692" v="1" actId="47"/>
        <pc:sldMkLst>
          <pc:docMk/>
          <pc:sldMk cId="1864232488" sldId="2147480373"/>
        </pc:sldMkLst>
      </pc:sldChg>
      <pc:sldChg chg="add del">
        <pc:chgData name="Eunjee Lee" userId="f477b814-4ae2-4090-a134-722f15725ebf" providerId="ADAL" clId="{63B6AA6A-558B-4169-BA60-99A704E063C6}" dt="2026-01-09T08:41:18.941" v="6" actId="47"/>
        <pc:sldMkLst>
          <pc:docMk/>
          <pc:sldMk cId="3937812616" sldId="2147480410"/>
        </pc:sldMkLst>
      </pc:sldChg>
      <pc:sldChg chg="del">
        <pc:chgData name="Eunjee Lee" userId="f477b814-4ae2-4090-a134-722f15725ebf" providerId="ADAL" clId="{63B6AA6A-558B-4169-BA60-99A704E063C6}" dt="2026-01-09T08:41:28.231" v="7" actId="47"/>
        <pc:sldMkLst>
          <pc:docMk/>
          <pc:sldMk cId="2733389510" sldId="2147480871"/>
        </pc:sldMkLst>
      </pc:sldChg>
      <pc:sldChg chg="del">
        <pc:chgData name="Eunjee Lee" userId="f477b814-4ae2-4090-a134-722f15725ebf" providerId="ADAL" clId="{63B6AA6A-558B-4169-BA60-99A704E063C6}" dt="2026-01-09T08:41:29.407" v="8" actId="47"/>
        <pc:sldMkLst>
          <pc:docMk/>
          <pc:sldMk cId="1888646380" sldId="2147480874"/>
        </pc:sldMkLst>
      </pc:sldChg>
      <pc:sldMasterChg chg="del delSldLayout">
        <pc:chgData name="Eunjee Lee" userId="f477b814-4ae2-4090-a134-722f15725ebf" providerId="ADAL" clId="{63B6AA6A-558B-4169-BA60-99A704E063C6}" dt="2026-01-09T08:41:29.407" v="8" actId="47"/>
        <pc:sldMasterMkLst>
          <pc:docMk/>
          <pc:sldMasterMk cId="3585396685" sldId="2147483705"/>
        </pc:sldMasterMkLst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3823164941" sldId="2147483706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3481469999" sldId="2147483707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3821223217" sldId="2147483708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1419469334" sldId="2147483709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1136070808" sldId="2147483710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1653748356" sldId="2147483711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2739985653" sldId="2147483712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2404175034" sldId="2147483713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833893072" sldId="2147483714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417336194" sldId="2147483715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2996238636" sldId="2147483716"/>
          </pc:sldLayoutMkLst>
        </pc:sldLayoutChg>
        <pc:sldLayoutChg chg="del">
          <pc:chgData name="Eunjee Lee" userId="f477b814-4ae2-4090-a134-722f15725ebf" providerId="ADAL" clId="{63B6AA6A-558B-4169-BA60-99A704E063C6}" dt="2026-01-09T08:41:29.407" v="8" actId="47"/>
          <pc:sldLayoutMkLst>
            <pc:docMk/>
            <pc:sldMasterMk cId="3585396685" sldId="2147483705"/>
            <pc:sldLayoutMk cId="4090860851" sldId="2147483717"/>
          </pc:sldLayoutMkLst>
        </pc:sldLayoutChg>
      </pc:sldMasterChg>
    </pc:docChg>
  </pc:docChgLst>
  <pc:docChgLst>
    <pc:chgData name="Junghae Na" userId="7c0975ea-7bd4-47cd-8dd0-91217da074f8" providerId="ADAL" clId="{B3321B14-B718-4A26-BFEA-0855F20A73C9}"/>
    <pc:docChg chg="modSld">
      <pc:chgData name="Junghae Na" userId="7c0975ea-7bd4-47cd-8dd0-91217da074f8" providerId="ADAL" clId="{B3321B14-B718-4A26-BFEA-0855F20A73C9}" dt="2025-09-18T01:52:41.237" v="199" actId="20577"/>
      <pc:docMkLst>
        <pc:docMk/>
      </pc:docMkLst>
      <pc:sldChg chg="modSp mod">
        <pc:chgData name="Junghae Na" userId="7c0975ea-7bd4-47cd-8dd0-91217da074f8" providerId="ADAL" clId="{B3321B14-B718-4A26-BFEA-0855F20A73C9}" dt="2025-09-18T01:23:23.513" v="58" actId="20577"/>
        <pc:sldMkLst>
          <pc:docMk/>
          <pc:sldMk cId="4037083888" sldId="5509"/>
        </pc:sldMkLst>
      </pc:sldChg>
      <pc:sldChg chg="modSp mod">
        <pc:chgData name="Junghae Na" userId="7c0975ea-7bd4-47cd-8dd0-91217da074f8" providerId="ADAL" clId="{B3321B14-B718-4A26-BFEA-0855F20A73C9}" dt="2025-09-18T01:52:41.237" v="199" actId="20577"/>
        <pc:sldMkLst>
          <pc:docMk/>
          <pc:sldMk cId="4198676224" sldId="2142533526"/>
        </pc:sldMkLst>
      </pc:sldChg>
      <pc:sldChg chg="modSp mod">
        <pc:chgData name="Junghae Na" userId="7c0975ea-7bd4-47cd-8dd0-91217da074f8" providerId="ADAL" clId="{B3321B14-B718-4A26-BFEA-0855F20A73C9}" dt="2025-09-18T01:52:12.352" v="170" actId="20577"/>
        <pc:sldMkLst>
          <pc:docMk/>
          <pc:sldMk cId="214398804" sldId="2147480442"/>
        </pc:sldMkLst>
      </pc:sldChg>
    </pc:docChg>
  </pc:docChgLst>
  <pc:docChgLst>
    <pc:chgData name="Jiin Kim" userId="0c9e8f77-3f14-433c-9c81-a55793843dc2" providerId="ADAL" clId="{295F0222-D09A-4031-A55B-6267230F6AAE}"/>
    <pc:docChg chg="undo custSel addSld delSld modSld delMainMaster">
      <pc:chgData name="Jiin Kim" userId="0c9e8f77-3f14-433c-9c81-a55793843dc2" providerId="ADAL" clId="{295F0222-D09A-4031-A55B-6267230F6AAE}" dt="2025-09-23T08:41:49.919" v="154" actId="20577"/>
      <pc:docMkLst>
        <pc:docMk/>
      </pc:docMkLst>
      <pc:sldChg chg="add">
        <pc:chgData name="Jiin Kim" userId="0c9e8f77-3f14-433c-9c81-a55793843dc2" providerId="ADAL" clId="{295F0222-D09A-4031-A55B-6267230F6AAE}" dt="2025-09-17T05:23:15.284" v="70"/>
        <pc:sldMkLst>
          <pc:docMk/>
          <pc:sldMk cId="91769515" sldId="5504"/>
        </pc:sldMkLst>
      </pc:sldChg>
      <pc:sldChg chg="add">
        <pc:chgData name="Jiin Kim" userId="0c9e8f77-3f14-433c-9c81-a55793843dc2" providerId="ADAL" clId="{295F0222-D09A-4031-A55B-6267230F6AAE}" dt="2025-09-17T05:22:49.757" v="68"/>
        <pc:sldMkLst>
          <pc:docMk/>
          <pc:sldMk cId="4037083888" sldId="5509"/>
        </pc:sldMkLst>
      </pc:sldChg>
      <pc:sldChg chg="add">
        <pc:chgData name="Jiin Kim" userId="0c9e8f77-3f14-433c-9c81-a55793843dc2" providerId="ADAL" clId="{295F0222-D09A-4031-A55B-6267230F6AAE}" dt="2025-09-17T05:21:33.535" v="65"/>
        <pc:sldMkLst>
          <pc:docMk/>
          <pc:sldMk cId="717996997" sldId="5513"/>
        </pc:sldMkLst>
      </pc:sldChg>
      <pc:sldChg chg="add del">
        <pc:chgData name="Jiin Kim" userId="0c9e8f77-3f14-433c-9c81-a55793843dc2" providerId="ADAL" clId="{295F0222-D09A-4031-A55B-6267230F6AAE}" dt="2025-09-17T05:23:18.270" v="71" actId="47"/>
        <pc:sldMkLst>
          <pc:docMk/>
          <pc:sldMk cId="1832211069" sldId="2142533454"/>
        </pc:sldMkLst>
      </pc:sldChg>
      <pc:sldChg chg="add">
        <pc:chgData name="Jiin Kim" userId="0c9e8f77-3f14-433c-9c81-a55793843dc2" providerId="ADAL" clId="{295F0222-D09A-4031-A55B-6267230F6AAE}" dt="2025-09-17T05:23:00.850" v="69"/>
        <pc:sldMkLst>
          <pc:docMk/>
          <pc:sldMk cId="216861854" sldId="2142533515"/>
        </pc:sldMkLst>
      </pc:sldChg>
      <pc:sldChg chg="add">
        <pc:chgData name="Jiin Kim" userId="0c9e8f77-3f14-433c-9c81-a55793843dc2" providerId="ADAL" clId="{295F0222-D09A-4031-A55B-6267230F6AAE}" dt="2025-09-17T05:23:00.850" v="69"/>
        <pc:sldMkLst>
          <pc:docMk/>
          <pc:sldMk cId="1235601657" sldId="2142533516"/>
        </pc:sldMkLst>
      </pc:sldChg>
      <pc:sldChg chg="add">
        <pc:chgData name="Jiin Kim" userId="0c9e8f77-3f14-433c-9c81-a55793843dc2" providerId="ADAL" clId="{295F0222-D09A-4031-A55B-6267230F6AAE}" dt="2025-09-17T05:23:00.850" v="69"/>
        <pc:sldMkLst>
          <pc:docMk/>
          <pc:sldMk cId="3978932099" sldId="2142533517"/>
        </pc:sldMkLst>
      </pc:sldChg>
      <pc:sldChg chg="add">
        <pc:chgData name="Jiin Kim" userId="0c9e8f77-3f14-433c-9c81-a55793843dc2" providerId="ADAL" clId="{295F0222-D09A-4031-A55B-6267230F6AAE}" dt="2025-09-17T05:22:49.757" v="68"/>
        <pc:sldMkLst>
          <pc:docMk/>
          <pc:sldMk cId="4198676224" sldId="2142533526"/>
        </pc:sldMkLst>
      </pc:sldChg>
      <pc:sldChg chg="add">
        <pc:chgData name="Jiin Kim" userId="0c9e8f77-3f14-433c-9c81-a55793843dc2" providerId="ADAL" clId="{295F0222-D09A-4031-A55B-6267230F6AAE}" dt="2025-09-17T05:21:33.535" v="65"/>
        <pc:sldMkLst>
          <pc:docMk/>
          <pc:sldMk cId="2805549517" sldId="2146849204"/>
        </pc:sldMkLst>
      </pc:sldChg>
      <pc:sldChg chg="modSp mod">
        <pc:chgData name="Jiin Kim" userId="0c9e8f77-3f14-433c-9c81-a55793843dc2" providerId="ADAL" clId="{295F0222-D09A-4031-A55B-6267230F6AAE}" dt="2025-09-17T05:20:18.074" v="42"/>
        <pc:sldMkLst>
          <pc:docMk/>
          <pc:sldMk cId="1884074690" sldId="2146849307"/>
        </pc:sldMkLst>
      </pc:sldChg>
      <pc:sldChg chg="modSp mod">
        <pc:chgData name="Jiin Kim" userId="0c9e8f77-3f14-433c-9c81-a55793843dc2" providerId="ADAL" clId="{295F0222-D09A-4031-A55B-6267230F6AAE}" dt="2025-09-17T05:20:59.545" v="64" actId="20577"/>
        <pc:sldMkLst>
          <pc:docMk/>
          <pc:sldMk cId="1904906026" sldId="2146849312"/>
        </pc:sldMkLst>
      </pc:sldChg>
      <pc:sldChg chg="add del">
        <pc:chgData name="Jiin Kim" userId="0c9e8f77-3f14-433c-9c81-a55793843dc2" providerId="ADAL" clId="{295F0222-D09A-4031-A55B-6267230F6AAE}" dt="2025-09-17T05:23:18.270" v="71" actId="47"/>
        <pc:sldMkLst>
          <pc:docMk/>
          <pc:sldMk cId="368238167" sldId="2147480367"/>
        </pc:sldMkLst>
      </pc:sldChg>
      <pc:sldChg chg="add">
        <pc:chgData name="Jiin Kim" userId="0c9e8f77-3f14-433c-9c81-a55793843dc2" providerId="ADAL" clId="{295F0222-D09A-4031-A55B-6267230F6AAE}" dt="2025-09-17T05:22:49.757" v="68"/>
        <pc:sldMkLst>
          <pc:docMk/>
          <pc:sldMk cId="1632481440" sldId="2147480369"/>
        </pc:sldMkLst>
      </pc:sldChg>
      <pc:sldChg chg="add del">
        <pc:chgData name="Jiin Kim" userId="0c9e8f77-3f14-433c-9c81-a55793843dc2" providerId="ADAL" clId="{295F0222-D09A-4031-A55B-6267230F6AAE}" dt="2025-09-17T05:23:18.270" v="71" actId="47"/>
        <pc:sldMkLst>
          <pc:docMk/>
          <pc:sldMk cId="3077979653" sldId="2147480372"/>
        </pc:sldMkLst>
      </pc:sldChg>
      <pc:sldChg chg="add">
        <pc:chgData name="Jiin Kim" userId="0c9e8f77-3f14-433c-9c81-a55793843dc2" providerId="ADAL" clId="{295F0222-D09A-4031-A55B-6267230F6AAE}" dt="2025-09-17T05:22:09.351" v="67"/>
        <pc:sldMkLst>
          <pc:docMk/>
          <pc:sldMk cId="1864232488" sldId="2147480373"/>
        </pc:sldMkLst>
      </pc:sldChg>
      <pc:sldChg chg="add">
        <pc:chgData name="Jiin Kim" userId="0c9e8f77-3f14-433c-9c81-a55793843dc2" providerId="ADAL" clId="{295F0222-D09A-4031-A55B-6267230F6AAE}" dt="2025-09-17T05:22:09.351" v="67"/>
        <pc:sldMkLst>
          <pc:docMk/>
          <pc:sldMk cId="3657261388" sldId="2147480374"/>
        </pc:sldMkLst>
      </pc:sldChg>
      <pc:sldChg chg="addSp modSp add del mod">
        <pc:chgData name="Jiin Kim" userId="0c9e8f77-3f14-433c-9c81-a55793843dc2" providerId="ADAL" clId="{295F0222-D09A-4031-A55B-6267230F6AAE}" dt="2025-09-23T08:41:49.919" v="154" actId="20577"/>
        <pc:sldMkLst>
          <pc:docMk/>
          <pc:sldMk cId="448729054" sldId="2147480399"/>
        </pc:sldMkLst>
      </pc:sldChg>
      <pc:sldChg chg="add">
        <pc:chgData name="Jiin Kim" userId="0c9e8f77-3f14-433c-9c81-a55793843dc2" providerId="ADAL" clId="{295F0222-D09A-4031-A55B-6267230F6AAE}" dt="2025-09-17T05:21:33.535" v="65"/>
        <pc:sldMkLst>
          <pc:docMk/>
          <pc:sldMk cId="3488047069" sldId="2147480407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3611009767" sldId="2147480411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90749936" sldId="2147480412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2276391222" sldId="2147480413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283023679" sldId="2147480414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3179698635" sldId="2147480415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2152858078" sldId="2147480416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1758056455" sldId="2147480417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2610962590" sldId="2147480418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2514039786" sldId="2147480419"/>
        </pc:sldMkLst>
      </pc:sldChg>
      <pc:sldChg chg="del">
        <pc:chgData name="Jiin Kim" userId="0c9e8f77-3f14-433c-9c81-a55793843dc2" providerId="ADAL" clId="{295F0222-D09A-4031-A55B-6267230F6AAE}" dt="2025-09-17T05:18:19.947" v="1" actId="47"/>
        <pc:sldMkLst>
          <pc:docMk/>
          <pc:sldMk cId="3380508528" sldId="2147480420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3683198461" sldId="2147480421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1273834066" sldId="2147480422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125905541" sldId="2147480423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1422915581" sldId="2147480424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565387612" sldId="2147480425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3063432714" sldId="2147480426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1065096846" sldId="2147480427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1226801846" sldId="2147480428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34901701" sldId="2147480429"/>
        </pc:sldMkLst>
      </pc:sldChg>
      <pc:sldChg chg="del">
        <pc:chgData name="Jiin Kim" userId="0c9e8f77-3f14-433c-9c81-a55793843dc2" providerId="ADAL" clId="{295F0222-D09A-4031-A55B-6267230F6AAE}" dt="2025-09-17T05:18:34.458" v="3" actId="47"/>
        <pc:sldMkLst>
          <pc:docMk/>
          <pc:sldMk cId="3450255609" sldId="2147480430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1137668528" sldId="2147480431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1407558923" sldId="2147480432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1093082796" sldId="2147480433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3362931505" sldId="2147480434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2150311135" sldId="2147480435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3117794781" sldId="2147480436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2645638732" sldId="2147480437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3592388403" sldId="2147480438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1667434815" sldId="2147480439"/>
        </pc:sldMkLst>
      </pc:sldChg>
      <pc:sldChg chg="add">
        <pc:chgData name="Jiin Kim" userId="0c9e8f77-3f14-433c-9c81-a55793843dc2" providerId="ADAL" clId="{295F0222-D09A-4031-A55B-6267230F6AAE}" dt="2025-09-17T05:18:15.575" v="0"/>
        <pc:sldMkLst>
          <pc:docMk/>
          <pc:sldMk cId="207449686" sldId="2147480440"/>
        </pc:sldMkLst>
      </pc:sldChg>
      <pc:sldChg chg="add">
        <pc:chgData name="Jiin Kim" userId="0c9e8f77-3f14-433c-9c81-a55793843dc2" providerId="ADAL" clId="{295F0222-D09A-4031-A55B-6267230F6AAE}" dt="2025-09-17T05:18:29.426" v="2"/>
        <pc:sldMkLst>
          <pc:docMk/>
          <pc:sldMk cId="64752631" sldId="2147480441"/>
        </pc:sldMkLst>
      </pc:sldChg>
      <pc:sldChg chg="add">
        <pc:chgData name="Jiin Kim" userId="0c9e8f77-3f14-433c-9c81-a55793843dc2" providerId="ADAL" clId="{295F0222-D09A-4031-A55B-6267230F6AAE}" dt="2025-09-17T05:18:29.426" v="2"/>
        <pc:sldMkLst>
          <pc:docMk/>
          <pc:sldMk cId="214398804" sldId="2147480442"/>
        </pc:sldMkLst>
      </pc:sldChg>
      <pc:sldChg chg="add">
        <pc:chgData name="Jiin Kim" userId="0c9e8f77-3f14-433c-9c81-a55793843dc2" providerId="ADAL" clId="{295F0222-D09A-4031-A55B-6267230F6AAE}" dt="2025-09-17T05:18:29.426" v="2"/>
        <pc:sldMkLst>
          <pc:docMk/>
          <pc:sldMk cId="2069487635" sldId="2147480443"/>
        </pc:sldMkLst>
      </pc:sldChg>
      <pc:sldChg chg="add">
        <pc:chgData name="Jiin Kim" userId="0c9e8f77-3f14-433c-9c81-a55793843dc2" providerId="ADAL" clId="{295F0222-D09A-4031-A55B-6267230F6AAE}" dt="2025-09-17T05:18:29.426" v="2"/>
        <pc:sldMkLst>
          <pc:docMk/>
          <pc:sldMk cId="3223481119" sldId="2147480444"/>
        </pc:sldMkLst>
      </pc:sldChg>
      <pc:sldChg chg="add">
        <pc:chgData name="Jiin Kim" userId="0c9e8f77-3f14-433c-9c81-a55793843dc2" providerId="ADAL" clId="{295F0222-D09A-4031-A55B-6267230F6AAE}" dt="2025-09-17T05:18:29.426" v="2"/>
        <pc:sldMkLst>
          <pc:docMk/>
          <pc:sldMk cId="278511000" sldId="2147480445"/>
        </pc:sldMkLst>
      </pc:sldChg>
      <pc:sldChg chg="add">
        <pc:chgData name="Jiin Kim" userId="0c9e8f77-3f14-433c-9c81-a55793843dc2" providerId="ADAL" clId="{295F0222-D09A-4031-A55B-6267230F6AAE}" dt="2025-09-17T05:18:29.426" v="2"/>
        <pc:sldMkLst>
          <pc:docMk/>
          <pc:sldMk cId="803134966" sldId="2147480446"/>
        </pc:sldMkLst>
      </pc:sldChg>
      <pc:sldChg chg="modSp add">
        <pc:chgData name="Jiin Kim" userId="0c9e8f77-3f14-433c-9c81-a55793843dc2" providerId="ADAL" clId="{295F0222-D09A-4031-A55B-6267230F6AAE}" dt="2025-09-17T05:19:08.640" v="13"/>
        <pc:sldMkLst>
          <pc:docMk/>
          <pc:sldMk cId="1774290984" sldId="2147480447"/>
        </pc:sldMkLst>
      </pc:sldChg>
      <pc:sldChg chg="add">
        <pc:chgData name="Jiin Kim" userId="0c9e8f77-3f14-433c-9c81-a55793843dc2" providerId="ADAL" clId="{295F0222-D09A-4031-A55B-6267230F6AAE}" dt="2025-09-17T05:18:29.426" v="2"/>
        <pc:sldMkLst>
          <pc:docMk/>
          <pc:sldMk cId="3493894018" sldId="2147480448"/>
        </pc:sldMkLst>
      </pc:sldChg>
      <pc:sldChg chg="add">
        <pc:chgData name="Jiin Kim" userId="0c9e8f77-3f14-433c-9c81-a55793843dc2" providerId="ADAL" clId="{295F0222-D09A-4031-A55B-6267230F6AAE}" dt="2025-09-17T05:18:29.426" v="2"/>
        <pc:sldMkLst>
          <pc:docMk/>
          <pc:sldMk cId="1567607230" sldId="2147480449"/>
        </pc:sldMkLst>
      </pc:sldChg>
      <pc:sldChg chg="add">
        <pc:chgData name="Jiin Kim" userId="0c9e8f77-3f14-433c-9c81-a55793843dc2" providerId="ADAL" clId="{295F0222-D09A-4031-A55B-6267230F6AAE}" dt="2025-09-17T05:18:29.426" v="2"/>
        <pc:sldMkLst>
          <pc:docMk/>
          <pc:sldMk cId="2120305294" sldId="2147480450"/>
        </pc:sldMkLst>
      </pc:sldChg>
      <pc:sldChg chg="add">
        <pc:chgData name="Jiin Kim" userId="0c9e8f77-3f14-433c-9c81-a55793843dc2" providerId="ADAL" clId="{295F0222-D09A-4031-A55B-6267230F6AAE}" dt="2025-09-17T05:23:15.284" v="70"/>
        <pc:sldMkLst>
          <pc:docMk/>
          <pc:sldMk cId="2627482891" sldId="2147480451"/>
        </pc:sldMkLst>
      </pc:sldChg>
      <pc:sldChg chg="add">
        <pc:chgData name="Jiin Kim" userId="0c9e8f77-3f14-433c-9c81-a55793843dc2" providerId="ADAL" clId="{295F0222-D09A-4031-A55B-6267230F6AAE}" dt="2025-09-17T05:23:15.284" v="70"/>
        <pc:sldMkLst>
          <pc:docMk/>
          <pc:sldMk cId="509460691" sldId="2147480452"/>
        </pc:sldMkLst>
      </pc:sldChg>
      <pc:sldChg chg="add">
        <pc:chgData name="Jiin Kim" userId="0c9e8f77-3f14-433c-9c81-a55793843dc2" providerId="ADAL" clId="{295F0222-D09A-4031-A55B-6267230F6AAE}" dt="2025-09-23T08:37:49.131" v="72"/>
        <pc:sldMkLst>
          <pc:docMk/>
          <pc:sldMk cId="631011254" sldId="2147480850"/>
        </pc:sldMkLst>
      </pc:sldChg>
      <pc:sldChg chg="add">
        <pc:chgData name="Jiin Kim" userId="0c9e8f77-3f14-433c-9c81-a55793843dc2" providerId="ADAL" clId="{295F0222-D09A-4031-A55B-6267230F6AAE}" dt="2025-09-23T08:37:49.131" v="72"/>
        <pc:sldMkLst>
          <pc:docMk/>
          <pc:sldMk cId="3063733885" sldId="2147480863"/>
        </pc:sldMkLst>
      </pc:sldChg>
      <pc:sldChg chg="add">
        <pc:chgData name="Jiin Kim" userId="0c9e8f77-3f14-433c-9c81-a55793843dc2" providerId="ADAL" clId="{295F0222-D09A-4031-A55B-6267230F6AAE}" dt="2025-09-23T08:37:49.131" v="72"/>
        <pc:sldMkLst>
          <pc:docMk/>
          <pc:sldMk cId="3149683730" sldId="2147480870"/>
        </pc:sldMkLst>
      </pc:sldChg>
      <pc:sldMasterChg chg="del delSldLayout">
        <pc:chgData name="Jiin Kim" userId="0c9e8f77-3f14-433c-9c81-a55793843dc2" providerId="ADAL" clId="{295F0222-D09A-4031-A55B-6267230F6AAE}" dt="2025-09-17T05:23:18.270" v="71" actId="47"/>
        <pc:sldMasterMkLst>
          <pc:docMk/>
          <pc:sldMasterMk cId="2020334255" sldId="2147483705"/>
        </pc:sldMasterMkLst>
        <pc:sldLayoutChg chg="del">
          <pc:chgData name="Jiin Kim" userId="0c9e8f77-3f14-433c-9c81-a55793843dc2" providerId="ADAL" clId="{295F0222-D09A-4031-A55B-6267230F6AAE}" dt="2025-09-17T05:23:18.270" v="71" actId="47"/>
          <pc:sldLayoutMkLst>
            <pc:docMk/>
            <pc:sldMasterMk cId="2020334255" sldId="2147483705"/>
            <pc:sldLayoutMk cId="1841739644" sldId="2147483706"/>
          </pc:sldLayoutMkLst>
        </pc:sldLayoutChg>
        <pc:sldLayoutChg chg="del">
          <pc:chgData name="Jiin Kim" userId="0c9e8f77-3f14-433c-9c81-a55793843dc2" providerId="ADAL" clId="{295F0222-D09A-4031-A55B-6267230F6AAE}" dt="2025-09-17T05:23:18.270" v="71" actId="47"/>
          <pc:sldLayoutMkLst>
            <pc:docMk/>
            <pc:sldMasterMk cId="2020334255" sldId="2147483705"/>
            <pc:sldLayoutMk cId="650390427" sldId="2147483707"/>
          </pc:sldLayoutMkLst>
        </pc:sldLayoutChg>
        <pc:sldLayoutChg chg="del">
          <pc:chgData name="Jiin Kim" userId="0c9e8f77-3f14-433c-9c81-a55793843dc2" providerId="ADAL" clId="{295F0222-D09A-4031-A55B-6267230F6AAE}" dt="2025-09-17T05:23:18.270" v="71" actId="47"/>
          <pc:sldLayoutMkLst>
            <pc:docMk/>
            <pc:sldMasterMk cId="2020334255" sldId="2147483705"/>
            <pc:sldLayoutMk cId="2911285537" sldId="2147483708"/>
          </pc:sldLayoutMkLst>
        </pc:sldLayoutChg>
        <pc:sldLayoutChg chg="del">
          <pc:chgData name="Jiin Kim" userId="0c9e8f77-3f14-433c-9c81-a55793843dc2" providerId="ADAL" clId="{295F0222-D09A-4031-A55B-6267230F6AAE}" dt="2025-09-17T05:23:18.270" v="71" actId="47"/>
          <pc:sldLayoutMkLst>
            <pc:docMk/>
            <pc:sldMasterMk cId="2020334255" sldId="2147483705"/>
            <pc:sldLayoutMk cId="1298331275" sldId="2147483709"/>
          </pc:sldLayoutMkLst>
        </pc:sldLayoutChg>
        <pc:sldLayoutChg chg="del">
          <pc:chgData name="Jiin Kim" userId="0c9e8f77-3f14-433c-9c81-a55793843dc2" providerId="ADAL" clId="{295F0222-D09A-4031-A55B-6267230F6AAE}" dt="2025-09-17T05:23:18.270" v="71" actId="47"/>
          <pc:sldLayoutMkLst>
            <pc:docMk/>
            <pc:sldMasterMk cId="2020334255" sldId="2147483705"/>
            <pc:sldLayoutMk cId="2597130188" sldId="2147483710"/>
          </pc:sldLayoutMkLst>
        </pc:sldLayoutChg>
        <pc:sldLayoutChg chg="del">
          <pc:chgData name="Jiin Kim" userId="0c9e8f77-3f14-433c-9c81-a55793843dc2" providerId="ADAL" clId="{295F0222-D09A-4031-A55B-6267230F6AAE}" dt="2025-09-17T05:23:18.270" v="71" actId="47"/>
          <pc:sldLayoutMkLst>
            <pc:docMk/>
            <pc:sldMasterMk cId="2020334255" sldId="2147483705"/>
            <pc:sldLayoutMk cId="3355782994" sldId="2147483711"/>
          </pc:sldLayoutMkLst>
        </pc:sldLayoutChg>
      </pc:sldMasterChg>
    </pc:docChg>
  </pc:docChgLst>
  <pc:docChgLst>
    <pc:chgData name="Sunyoung Hwang" userId="c33840b3-8d50-451c-8a1d-8c42bb79d2d3" providerId="ADAL" clId="{2D8C6B5F-8DAA-4B29-AED5-077FE884ABD5}"/>
    <pc:docChg chg="undo custSel addSld delSld modSld delMainMaster">
      <pc:chgData name="Sunyoung Hwang" userId="c33840b3-8d50-451c-8a1d-8c42bb79d2d3" providerId="ADAL" clId="{2D8C6B5F-8DAA-4B29-AED5-077FE884ABD5}" dt="2025-12-18T04:35:50.688" v="1004" actId="404"/>
      <pc:docMkLst>
        <pc:docMk/>
      </pc:docMkLst>
      <pc:sldChg chg="del">
        <pc:chgData name="Sunyoung Hwang" userId="c33840b3-8d50-451c-8a1d-8c42bb79d2d3" providerId="ADAL" clId="{2D8C6B5F-8DAA-4B29-AED5-077FE884ABD5}" dt="2025-12-17T02:33:18.014" v="5" actId="47"/>
        <pc:sldMkLst>
          <pc:docMk/>
          <pc:sldMk cId="91769515" sldId="5504"/>
        </pc:sldMkLst>
      </pc:sldChg>
      <pc:sldChg chg="add del">
        <pc:chgData name="Sunyoung Hwang" userId="c33840b3-8d50-451c-8a1d-8c42bb79d2d3" providerId="ADAL" clId="{2D8C6B5F-8DAA-4B29-AED5-077FE884ABD5}" dt="2025-12-17T06:59:02.185" v="964"/>
        <pc:sldMkLst>
          <pc:docMk/>
          <pc:sldMk cId="4037083888" sldId="5509"/>
        </pc:sldMkLst>
      </pc:sldChg>
      <pc:sldChg chg="add del">
        <pc:chgData name="Sunyoung Hwang" userId="c33840b3-8d50-451c-8a1d-8c42bb79d2d3" providerId="ADAL" clId="{2D8C6B5F-8DAA-4B29-AED5-077FE884ABD5}" dt="2025-12-18T04:28:07.954" v="986" actId="47"/>
        <pc:sldMkLst>
          <pc:docMk/>
          <pc:sldMk cId="717996997" sldId="5513"/>
        </pc:sldMkLst>
      </pc:sldChg>
      <pc:sldChg chg="add del">
        <pc:chgData name="Sunyoung Hwang" userId="c33840b3-8d50-451c-8a1d-8c42bb79d2d3" providerId="ADAL" clId="{2D8C6B5F-8DAA-4B29-AED5-077FE884ABD5}" dt="2025-12-18T04:28:04.521" v="984" actId="47"/>
        <pc:sldMkLst>
          <pc:docMk/>
          <pc:sldMk cId="1832211069" sldId="2142533454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1479928668" sldId="2142533465"/>
        </pc:sldMkLst>
      </pc:sldChg>
      <pc:sldChg chg="modSp add del mod">
        <pc:chgData name="Sunyoung Hwang" userId="c33840b3-8d50-451c-8a1d-8c42bb79d2d3" providerId="ADAL" clId="{2D8C6B5F-8DAA-4B29-AED5-077FE884ABD5}" dt="2025-12-18T04:32:05.165" v="988" actId="20577"/>
        <pc:sldMkLst>
          <pc:docMk/>
          <pc:sldMk cId="2994794719" sldId="2142533503"/>
        </pc:sldMkLst>
      </pc:sldChg>
      <pc:sldChg chg="add del">
        <pc:chgData name="Sunyoung Hwang" userId="c33840b3-8d50-451c-8a1d-8c42bb79d2d3" providerId="ADAL" clId="{2D8C6B5F-8DAA-4B29-AED5-077FE884ABD5}" dt="2025-12-18T04:27:48.859" v="983"/>
        <pc:sldMkLst>
          <pc:docMk/>
          <pc:sldMk cId="216861854" sldId="2142533515"/>
        </pc:sldMkLst>
      </pc:sldChg>
      <pc:sldChg chg="modSp add del">
        <pc:chgData name="Sunyoung Hwang" userId="c33840b3-8d50-451c-8a1d-8c42bb79d2d3" providerId="ADAL" clId="{2D8C6B5F-8DAA-4B29-AED5-077FE884ABD5}" dt="2025-12-18T04:35:50.688" v="1004" actId="404"/>
        <pc:sldMkLst>
          <pc:docMk/>
          <pc:sldMk cId="1235601657" sldId="2142533516"/>
        </pc:sldMkLst>
        <pc:graphicFrameChg chg="mod">
          <ac:chgData name="Sunyoung Hwang" userId="c33840b3-8d50-451c-8a1d-8c42bb79d2d3" providerId="ADAL" clId="{2D8C6B5F-8DAA-4B29-AED5-077FE884ABD5}" dt="2025-12-18T04:35:44.724" v="1002" actId="404"/>
          <ac:graphicFrameMkLst>
            <pc:docMk/>
            <pc:sldMk cId="1235601657" sldId="2142533516"/>
            <ac:graphicFrameMk id="33" creationId="{E8640957-5769-44C0-81B0-66D88E51B885}"/>
          </ac:graphicFrameMkLst>
        </pc:graphicFrameChg>
        <pc:graphicFrameChg chg="mod">
          <ac:chgData name="Sunyoung Hwang" userId="c33840b3-8d50-451c-8a1d-8c42bb79d2d3" providerId="ADAL" clId="{2D8C6B5F-8DAA-4B29-AED5-077FE884ABD5}" dt="2025-12-18T04:35:50.688" v="1004" actId="404"/>
          <ac:graphicFrameMkLst>
            <pc:docMk/>
            <pc:sldMk cId="1235601657" sldId="2142533516"/>
            <ac:graphicFrameMk id="41" creationId="{7CAB598B-58FE-4F2C-B621-AD43FE83D591}"/>
          </ac:graphicFrameMkLst>
        </pc:graphicFrameChg>
      </pc:sldChg>
      <pc:sldChg chg="modSp add del mod">
        <pc:chgData name="Sunyoung Hwang" userId="c33840b3-8d50-451c-8a1d-8c42bb79d2d3" providerId="ADAL" clId="{2D8C6B5F-8DAA-4B29-AED5-077FE884ABD5}" dt="2025-12-18T04:35:25.138" v="1000"/>
        <pc:sldMkLst>
          <pc:docMk/>
          <pc:sldMk cId="3978932099" sldId="2142533517"/>
        </pc:sldMkLst>
        <pc:graphicFrameChg chg="mod">
          <ac:chgData name="Sunyoung Hwang" userId="c33840b3-8d50-451c-8a1d-8c42bb79d2d3" providerId="ADAL" clId="{2D8C6B5F-8DAA-4B29-AED5-077FE884ABD5}" dt="2025-12-18T04:35:25.138" v="1000"/>
          <ac:graphicFrameMkLst>
            <pc:docMk/>
            <pc:sldMk cId="3978932099" sldId="2142533517"/>
            <ac:graphicFrameMk id="39" creationId="{5708D779-9BE3-408F-AC9B-101B85D97422}"/>
          </ac:graphicFrameMkLst>
        </pc:graphicFrameChg>
      </pc:sldChg>
      <pc:sldChg chg="add">
        <pc:chgData name="Sunyoung Hwang" userId="c33840b3-8d50-451c-8a1d-8c42bb79d2d3" providerId="ADAL" clId="{2D8C6B5F-8DAA-4B29-AED5-077FE884ABD5}" dt="2025-12-17T06:50:22.891" v="961"/>
        <pc:sldMkLst>
          <pc:docMk/>
          <pc:sldMk cId="4114450924" sldId="2142533522"/>
        </pc:sldMkLst>
      </pc:sldChg>
      <pc:sldChg chg="add del">
        <pc:chgData name="Sunyoung Hwang" userId="c33840b3-8d50-451c-8a1d-8c42bb79d2d3" providerId="ADAL" clId="{2D8C6B5F-8DAA-4B29-AED5-077FE884ABD5}" dt="2025-12-17T06:59:02.185" v="964"/>
        <pc:sldMkLst>
          <pc:docMk/>
          <pc:sldMk cId="4198676224" sldId="2142533526"/>
        </pc:sldMkLst>
      </pc:sldChg>
      <pc:sldChg chg="add del">
        <pc:chgData name="Sunyoung Hwang" userId="c33840b3-8d50-451c-8a1d-8c42bb79d2d3" providerId="ADAL" clId="{2D8C6B5F-8DAA-4B29-AED5-077FE884ABD5}" dt="2025-12-17T06:47:03.827" v="960"/>
        <pc:sldMkLst>
          <pc:docMk/>
          <pc:sldMk cId="2805549517" sldId="2146849204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148491924" sldId="2146849237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2555406814" sldId="2146849306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1884074690" sldId="2146849307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1904906026" sldId="2146849312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699739424" sldId="2147480362"/>
        </pc:sldMkLst>
      </pc:sldChg>
      <pc:sldChg chg="add del">
        <pc:chgData name="Sunyoung Hwang" userId="c33840b3-8d50-451c-8a1d-8c42bb79d2d3" providerId="ADAL" clId="{2D8C6B5F-8DAA-4B29-AED5-077FE884ABD5}" dt="2025-12-18T04:28:12.199" v="987"/>
        <pc:sldMkLst>
          <pc:docMk/>
          <pc:sldMk cId="368238167" sldId="2147480367"/>
        </pc:sldMkLst>
      </pc:sldChg>
      <pc:sldChg chg="add del">
        <pc:chgData name="Sunyoung Hwang" userId="c33840b3-8d50-451c-8a1d-8c42bb79d2d3" providerId="ADAL" clId="{2D8C6B5F-8DAA-4B29-AED5-077FE884ABD5}" dt="2025-12-17T06:58:44.924" v="963"/>
        <pc:sldMkLst>
          <pc:docMk/>
          <pc:sldMk cId="1632481440" sldId="2147480369"/>
        </pc:sldMkLst>
      </pc:sldChg>
      <pc:sldChg chg="add del">
        <pc:chgData name="Sunyoung Hwang" userId="c33840b3-8d50-451c-8a1d-8c42bb79d2d3" providerId="ADAL" clId="{2D8C6B5F-8DAA-4B29-AED5-077FE884ABD5}" dt="2025-12-17T06:54:06.214" v="962"/>
        <pc:sldMkLst>
          <pc:docMk/>
          <pc:sldMk cId="1864232488" sldId="2147480373"/>
        </pc:sldMkLst>
      </pc:sldChg>
      <pc:sldChg chg="add del">
        <pc:chgData name="Sunyoung Hwang" userId="c33840b3-8d50-451c-8a1d-8c42bb79d2d3" providerId="ADAL" clId="{2D8C6B5F-8DAA-4B29-AED5-077FE884ABD5}" dt="2025-12-18T04:28:12.199" v="987"/>
        <pc:sldMkLst>
          <pc:docMk/>
          <pc:sldMk cId="2921055357" sldId="2147480374"/>
        </pc:sldMkLst>
      </pc:sldChg>
      <pc:sldChg chg="del">
        <pc:chgData name="Sunyoung Hwang" userId="c33840b3-8d50-451c-8a1d-8c42bb79d2d3" providerId="ADAL" clId="{2D8C6B5F-8DAA-4B29-AED5-077FE884ABD5}" dt="2025-12-05T01:05:36.662" v="2" actId="47"/>
        <pc:sldMkLst>
          <pc:docMk/>
          <pc:sldMk cId="460224739" sldId="2147480375"/>
        </pc:sldMkLst>
      </pc:sldChg>
      <pc:sldChg chg="add">
        <pc:chgData name="Sunyoung Hwang" userId="c33840b3-8d50-451c-8a1d-8c42bb79d2d3" providerId="ADAL" clId="{2D8C6B5F-8DAA-4B29-AED5-077FE884ABD5}" dt="2025-12-18T04:28:12.199" v="987"/>
        <pc:sldMkLst>
          <pc:docMk/>
          <pc:sldMk cId="3338097948" sldId="2147480375"/>
        </pc:sldMkLst>
      </pc:sldChg>
      <pc:sldChg chg="del">
        <pc:chgData name="Sunyoung Hwang" userId="c33840b3-8d50-451c-8a1d-8c42bb79d2d3" providerId="ADAL" clId="{2D8C6B5F-8DAA-4B29-AED5-077FE884ABD5}" dt="2025-12-05T01:05:36.662" v="2" actId="47"/>
        <pc:sldMkLst>
          <pc:docMk/>
          <pc:sldMk cId="1985217545" sldId="2147480376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2100733337" sldId="2147480387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2101550170" sldId="2147480388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3395658778" sldId="2147480390"/>
        </pc:sldMkLst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3219972718" sldId="2147480391"/>
        </pc:sldMkLst>
      </pc:sldChg>
      <pc:sldChg chg="modSp add mod">
        <pc:chgData name="Sunyoung Hwang" userId="c33840b3-8d50-451c-8a1d-8c42bb79d2d3" providerId="ADAL" clId="{2D8C6B5F-8DAA-4B29-AED5-077FE884ABD5}" dt="2025-12-17T08:17:43.952" v="979" actId="20577"/>
        <pc:sldMkLst>
          <pc:docMk/>
          <pc:sldMk cId="448729054" sldId="2147480399"/>
        </pc:sldMkLst>
        <pc:spChg chg="mod">
          <ac:chgData name="Sunyoung Hwang" userId="c33840b3-8d50-451c-8a1d-8c42bb79d2d3" providerId="ADAL" clId="{2D8C6B5F-8DAA-4B29-AED5-077FE884ABD5}" dt="2025-12-17T08:17:09.550" v="970"/>
          <ac:spMkLst>
            <pc:docMk/>
            <pc:sldMk cId="448729054" sldId="2147480399"/>
            <ac:spMk id="6" creationId="{917E09AB-1E5A-9113-95C4-6FF79E2BB972}"/>
          </ac:spMkLst>
        </pc:spChg>
        <pc:spChg chg="mod">
          <ac:chgData name="Sunyoung Hwang" userId="c33840b3-8d50-451c-8a1d-8c42bb79d2d3" providerId="ADAL" clId="{2D8C6B5F-8DAA-4B29-AED5-077FE884ABD5}" dt="2025-12-17T08:17:30.896" v="972" actId="20577"/>
          <ac:spMkLst>
            <pc:docMk/>
            <pc:sldMk cId="448729054" sldId="2147480399"/>
            <ac:spMk id="40" creationId="{3C55BFE0-0376-423A-836D-A7733641CE3E}"/>
          </ac:spMkLst>
        </pc:spChg>
        <pc:spChg chg="mod">
          <ac:chgData name="Sunyoung Hwang" userId="c33840b3-8d50-451c-8a1d-8c42bb79d2d3" providerId="ADAL" clId="{2D8C6B5F-8DAA-4B29-AED5-077FE884ABD5}" dt="2025-12-17T08:17:43.952" v="979" actId="20577"/>
          <ac:spMkLst>
            <pc:docMk/>
            <pc:sldMk cId="448729054" sldId="2147480399"/>
            <ac:spMk id="41" creationId="{67FA503A-4C5A-4C23-BDDF-953CDA317FD0}"/>
          </ac:spMkLst>
        </pc:spChg>
        <pc:spChg chg="mod">
          <ac:chgData name="Sunyoung Hwang" userId="c33840b3-8d50-451c-8a1d-8c42bb79d2d3" providerId="ADAL" clId="{2D8C6B5F-8DAA-4B29-AED5-077FE884ABD5}" dt="2025-12-17T08:17:27.734" v="971" actId="20577"/>
          <ac:spMkLst>
            <pc:docMk/>
            <pc:sldMk cId="448729054" sldId="2147480399"/>
            <ac:spMk id="42" creationId="{97CEA3D0-47E7-445C-9E6C-E99F3E23A345}"/>
          </ac:spMkLst>
        </pc:spChg>
        <pc:spChg chg="mod">
          <ac:chgData name="Sunyoung Hwang" userId="c33840b3-8d50-451c-8a1d-8c42bb79d2d3" providerId="ADAL" clId="{2D8C6B5F-8DAA-4B29-AED5-077FE884ABD5}" dt="2025-12-17T08:17:34.505" v="975" actId="20577"/>
          <ac:spMkLst>
            <pc:docMk/>
            <pc:sldMk cId="448729054" sldId="2147480399"/>
            <ac:spMk id="43" creationId="{A196DA5F-6C9B-4FF4-B06D-FEF42931D3DF}"/>
          </ac:spMkLst>
        </pc:spChg>
        <pc:spChg chg="mod">
          <ac:chgData name="Sunyoung Hwang" userId="c33840b3-8d50-451c-8a1d-8c42bb79d2d3" providerId="ADAL" clId="{2D8C6B5F-8DAA-4B29-AED5-077FE884ABD5}" dt="2025-12-17T08:17:39.464" v="977" actId="20577"/>
          <ac:spMkLst>
            <pc:docMk/>
            <pc:sldMk cId="448729054" sldId="2147480399"/>
            <ac:spMk id="44" creationId="{B779B4B1-332A-4EED-83EE-6B7935A950DC}"/>
          </ac:spMkLst>
        </pc:spChg>
        <pc:spChg chg="mod">
          <ac:chgData name="Sunyoung Hwang" userId="c33840b3-8d50-451c-8a1d-8c42bb79d2d3" providerId="ADAL" clId="{2D8C6B5F-8DAA-4B29-AED5-077FE884ABD5}" dt="2025-12-17T08:17:41.474" v="978" actId="20577"/>
          <ac:spMkLst>
            <pc:docMk/>
            <pc:sldMk cId="448729054" sldId="2147480399"/>
            <ac:spMk id="45" creationId="{8CA810BD-01E5-4AD6-AFD4-7410F6BBE04D}"/>
          </ac:spMkLst>
        </pc:spChg>
        <pc:spChg chg="mod">
          <ac:chgData name="Sunyoung Hwang" userId="c33840b3-8d50-451c-8a1d-8c42bb79d2d3" providerId="ADAL" clId="{2D8C6B5F-8DAA-4B29-AED5-077FE884ABD5}" dt="2025-12-17T08:17:36.999" v="976" actId="20577"/>
          <ac:spMkLst>
            <pc:docMk/>
            <pc:sldMk cId="448729054" sldId="2147480399"/>
            <ac:spMk id="46" creationId="{16F1877F-A740-4759-B647-8C80F8FC2BCD}"/>
          </ac:spMkLst>
        </pc:spChg>
      </pc:sldChg>
      <pc:sldChg chg="add del">
        <pc:chgData name="Sunyoung Hwang" userId="c33840b3-8d50-451c-8a1d-8c42bb79d2d3" providerId="ADAL" clId="{2D8C6B5F-8DAA-4B29-AED5-077FE884ABD5}" dt="2025-12-17T06:44:24.928" v="958"/>
        <pc:sldMkLst>
          <pc:docMk/>
          <pc:sldMk cId="3488047069" sldId="2147480407"/>
        </pc:sldMkLst>
      </pc:sldChg>
      <pc:sldChg chg="add del">
        <pc:chgData name="Sunyoung Hwang" userId="c33840b3-8d50-451c-8a1d-8c42bb79d2d3" providerId="ADAL" clId="{2D8C6B5F-8DAA-4B29-AED5-077FE884ABD5}" dt="2025-12-17T07:06:43.578" v="966"/>
        <pc:sldMkLst>
          <pc:docMk/>
          <pc:sldMk cId="2383976040" sldId="2147480409"/>
        </pc:sldMkLst>
      </pc:sldChg>
      <pc:sldChg chg="add del">
        <pc:chgData name="Sunyoung Hwang" userId="c33840b3-8d50-451c-8a1d-8c42bb79d2d3" providerId="ADAL" clId="{2D8C6B5F-8DAA-4B29-AED5-077FE884ABD5}" dt="2025-12-17T07:06:43.578" v="966"/>
        <pc:sldMkLst>
          <pc:docMk/>
          <pc:sldMk cId="3937812616" sldId="2147480410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1137668528" sldId="2147480431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1407558923" sldId="2147480432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1093082796" sldId="2147480433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3362931505" sldId="2147480434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2150311135" sldId="2147480435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3117794781" sldId="2147480436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2645638732" sldId="2147480437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3592388403" sldId="2147480438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1667434815" sldId="2147480439"/>
        </pc:sldMkLst>
      </pc:sldChg>
      <pc:sldChg chg="add del">
        <pc:chgData name="Sunyoung Hwang" userId="c33840b3-8d50-451c-8a1d-8c42bb79d2d3" providerId="ADAL" clId="{2D8C6B5F-8DAA-4B29-AED5-077FE884ABD5}" dt="2025-12-17T08:16:24.215" v="968"/>
        <pc:sldMkLst>
          <pc:docMk/>
          <pc:sldMk cId="207449686" sldId="2147480440"/>
        </pc:sldMkLst>
      </pc:sldChg>
      <pc:sldChg chg="modSp mod">
        <pc:chgData name="Sunyoung Hwang" userId="c33840b3-8d50-451c-8a1d-8c42bb79d2d3" providerId="ADAL" clId="{2D8C6B5F-8DAA-4B29-AED5-077FE884ABD5}" dt="2025-12-17T02:38:48.736" v="103" actId="20577"/>
        <pc:sldMkLst>
          <pc:docMk/>
          <pc:sldMk cId="214398804" sldId="2147480442"/>
        </pc:sldMkLst>
        <pc:spChg chg="mod">
          <ac:chgData name="Sunyoung Hwang" userId="c33840b3-8d50-451c-8a1d-8c42bb79d2d3" providerId="ADAL" clId="{2D8C6B5F-8DAA-4B29-AED5-077FE884ABD5}" dt="2025-12-17T02:37:38.779" v="92" actId="20577"/>
          <ac:spMkLst>
            <pc:docMk/>
            <pc:sldMk cId="214398804" sldId="2147480442"/>
            <ac:spMk id="2" creationId="{06764618-A2B8-DD4B-BD0C-DBB5FA083FB3}"/>
          </ac:spMkLst>
        </pc:spChg>
        <pc:spChg chg="mod">
          <ac:chgData name="Sunyoung Hwang" userId="c33840b3-8d50-451c-8a1d-8c42bb79d2d3" providerId="ADAL" clId="{2D8C6B5F-8DAA-4B29-AED5-077FE884ABD5}" dt="2025-12-17T02:38:02.435" v="96" actId="20577"/>
          <ac:spMkLst>
            <pc:docMk/>
            <pc:sldMk cId="214398804" sldId="2147480442"/>
            <ac:spMk id="4" creationId="{F10C8C55-10BC-DB9D-2D1B-C0ABCA9D3612}"/>
          </ac:spMkLst>
        </pc:spChg>
        <pc:spChg chg="mod">
          <ac:chgData name="Sunyoung Hwang" userId="c33840b3-8d50-451c-8a1d-8c42bb79d2d3" providerId="ADAL" clId="{2D8C6B5F-8DAA-4B29-AED5-077FE884ABD5}" dt="2025-12-17T02:36:09.754" v="14" actId="20577"/>
          <ac:spMkLst>
            <pc:docMk/>
            <pc:sldMk cId="214398804" sldId="2147480442"/>
            <ac:spMk id="13" creationId="{00000000-0000-0000-0000-000000000000}"/>
          </ac:spMkLst>
        </pc:spChg>
        <pc:graphicFrameChg chg="mod modGraphic">
          <ac:chgData name="Sunyoung Hwang" userId="c33840b3-8d50-451c-8a1d-8c42bb79d2d3" providerId="ADAL" clId="{2D8C6B5F-8DAA-4B29-AED5-077FE884ABD5}" dt="2025-12-17T02:38:48.736" v="103" actId="20577"/>
          <ac:graphicFrameMkLst>
            <pc:docMk/>
            <pc:sldMk cId="214398804" sldId="2147480442"/>
            <ac:graphicFrameMk id="12" creationId="{7CA8F4DB-7B6C-40D7-8FAE-E6E72E1E03A2}"/>
          </ac:graphicFrameMkLst>
        </pc:graphicFrameChg>
        <pc:graphicFrameChg chg="mod">
          <ac:chgData name="Sunyoung Hwang" userId="c33840b3-8d50-451c-8a1d-8c42bb79d2d3" providerId="ADAL" clId="{2D8C6B5F-8DAA-4B29-AED5-077FE884ABD5}" dt="2025-12-17T02:36:43.098" v="17"/>
          <ac:graphicFrameMkLst>
            <pc:docMk/>
            <pc:sldMk cId="214398804" sldId="2147480442"/>
            <ac:graphicFrameMk id="43" creationId="{39D05EA6-9758-45DF-9855-7128B5717465}"/>
          </ac:graphicFrameMkLst>
        </pc:graphicFrameChg>
      </pc:sldChg>
      <pc:sldChg chg="modSp mod">
        <pc:chgData name="Sunyoung Hwang" userId="c33840b3-8d50-451c-8a1d-8c42bb79d2d3" providerId="ADAL" clId="{2D8C6B5F-8DAA-4B29-AED5-077FE884ABD5}" dt="2025-12-17T05:47:16.965" v="371" actId="20577"/>
        <pc:sldMkLst>
          <pc:docMk/>
          <pc:sldMk cId="2069487635" sldId="2147480443"/>
        </pc:sldMkLst>
        <pc:spChg chg="mod">
          <ac:chgData name="Sunyoung Hwang" userId="c33840b3-8d50-451c-8a1d-8c42bb79d2d3" providerId="ADAL" clId="{2D8C6B5F-8DAA-4B29-AED5-077FE884ABD5}" dt="2025-12-17T05:47:16.965" v="371" actId="20577"/>
          <ac:spMkLst>
            <pc:docMk/>
            <pc:sldMk cId="2069487635" sldId="2147480443"/>
            <ac:spMk id="11" creationId="{E1494F38-81D4-4ADE-BAAE-3E0E45966751}"/>
          </ac:spMkLst>
        </pc:spChg>
      </pc:sldChg>
      <pc:sldChg chg="modSp mod">
        <pc:chgData name="Sunyoung Hwang" userId="c33840b3-8d50-451c-8a1d-8c42bb79d2d3" providerId="ADAL" clId="{2D8C6B5F-8DAA-4B29-AED5-077FE884ABD5}" dt="2025-12-17T06:08:13.236" v="457" actId="20577"/>
        <pc:sldMkLst>
          <pc:docMk/>
          <pc:sldMk cId="3223481119" sldId="2147480444"/>
        </pc:sldMkLst>
        <pc:spChg chg="mod">
          <ac:chgData name="Sunyoung Hwang" userId="c33840b3-8d50-451c-8a1d-8c42bb79d2d3" providerId="ADAL" clId="{2D8C6B5F-8DAA-4B29-AED5-077FE884ABD5}" dt="2025-12-17T06:08:13.236" v="457" actId="20577"/>
          <ac:spMkLst>
            <pc:docMk/>
            <pc:sldMk cId="3223481119" sldId="2147480444"/>
            <ac:spMk id="25" creationId="{38238E8D-E2E9-4E29-BC26-BC74CD7A5D75}"/>
          </ac:spMkLst>
        </pc:spChg>
      </pc:sldChg>
      <pc:sldChg chg="modSp mod">
        <pc:chgData name="Sunyoung Hwang" userId="c33840b3-8d50-451c-8a1d-8c42bb79d2d3" providerId="ADAL" clId="{2D8C6B5F-8DAA-4B29-AED5-077FE884ABD5}" dt="2025-12-17T06:22:00.678" v="527" actId="20577"/>
        <pc:sldMkLst>
          <pc:docMk/>
          <pc:sldMk cId="278511000" sldId="2147480445"/>
        </pc:sldMkLst>
        <pc:spChg chg="mod">
          <ac:chgData name="Sunyoung Hwang" userId="c33840b3-8d50-451c-8a1d-8c42bb79d2d3" providerId="ADAL" clId="{2D8C6B5F-8DAA-4B29-AED5-077FE884ABD5}" dt="2025-12-17T06:22:00.678" v="527" actId="20577"/>
          <ac:spMkLst>
            <pc:docMk/>
            <pc:sldMk cId="278511000" sldId="2147480445"/>
            <ac:spMk id="31" creationId="{DC1787AA-0FC3-476C-AF02-E3689E78CF04}"/>
          </ac:spMkLst>
        </pc:spChg>
      </pc:sldChg>
      <pc:sldChg chg="modSp mod">
        <pc:chgData name="Sunyoung Hwang" userId="c33840b3-8d50-451c-8a1d-8c42bb79d2d3" providerId="ADAL" clId="{2D8C6B5F-8DAA-4B29-AED5-077FE884ABD5}" dt="2025-12-17T06:30:08.563" v="760" actId="20577"/>
        <pc:sldMkLst>
          <pc:docMk/>
          <pc:sldMk cId="1774290984" sldId="2147480447"/>
        </pc:sldMkLst>
        <pc:spChg chg="mod">
          <ac:chgData name="Sunyoung Hwang" userId="c33840b3-8d50-451c-8a1d-8c42bb79d2d3" providerId="ADAL" clId="{2D8C6B5F-8DAA-4B29-AED5-077FE884ABD5}" dt="2025-12-17T04:27:46.978" v="112"/>
          <ac:spMkLst>
            <pc:docMk/>
            <pc:sldMk cId="1774290984" sldId="2147480447"/>
            <ac:spMk id="2" creationId="{E3CF4332-0470-04D6-9122-668C10E9D043}"/>
          </ac:spMkLst>
        </pc:spChg>
        <pc:spChg chg="mod">
          <ac:chgData name="Sunyoung Hwang" userId="c33840b3-8d50-451c-8a1d-8c42bb79d2d3" providerId="ADAL" clId="{2D8C6B5F-8DAA-4B29-AED5-077FE884ABD5}" dt="2025-12-17T04:28:13.648" v="115"/>
          <ac:spMkLst>
            <pc:docMk/>
            <pc:sldMk cId="1774290984" sldId="2147480447"/>
            <ac:spMk id="4" creationId="{CE9F768F-D778-5A4C-8DC7-9CDD64B9AD51}"/>
          </ac:spMkLst>
        </pc:spChg>
        <pc:spChg chg="mod">
          <ac:chgData name="Sunyoung Hwang" userId="c33840b3-8d50-451c-8a1d-8c42bb79d2d3" providerId="ADAL" clId="{2D8C6B5F-8DAA-4B29-AED5-077FE884ABD5}" dt="2025-12-17T02:38:41.046" v="99" actId="20577"/>
          <ac:spMkLst>
            <pc:docMk/>
            <pc:sldMk cId="1774290984" sldId="2147480447"/>
            <ac:spMk id="13" creationId="{00000000-0000-0000-0000-000000000000}"/>
          </ac:spMkLst>
        </pc:spChg>
        <pc:graphicFrameChg chg="modGraphic">
          <ac:chgData name="Sunyoung Hwang" userId="c33840b3-8d50-451c-8a1d-8c42bb79d2d3" providerId="ADAL" clId="{2D8C6B5F-8DAA-4B29-AED5-077FE884ABD5}" dt="2025-12-17T06:30:08.563" v="760" actId="20577"/>
          <ac:graphicFrameMkLst>
            <pc:docMk/>
            <pc:sldMk cId="1774290984" sldId="2147480447"/>
            <ac:graphicFrameMk id="12" creationId="{7CA8F4DB-7B6C-40D7-8FAE-E6E72E1E03A2}"/>
          </ac:graphicFrameMkLst>
        </pc:graphicFrameChg>
        <pc:graphicFrameChg chg="mod modGraphic">
          <ac:chgData name="Sunyoung Hwang" userId="c33840b3-8d50-451c-8a1d-8c42bb79d2d3" providerId="ADAL" clId="{2D8C6B5F-8DAA-4B29-AED5-077FE884ABD5}" dt="2025-12-17T04:27:28.388" v="109"/>
          <ac:graphicFrameMkLst>
            <pc:docMk/>
            <pc:sldMk cId="1774290984" sldId="2147480447"/>
            <ac:graphicFrameMk id="43" creationId="{39D05EA6-9758-45DF-9855-7128B5717465}"/>
          </ac:graphicFrameMkLst>
        </pc:graphicFrameChg>
      </pc:sldChg>
      <pc:sldChg chg="modSp mod">
        <pc:chgData name="Sunyoung Hwang" userId="c33840b3-8d50-451c-8a1d-8c42bb79d2d3" providerId="ADAL" clId="{2D8C6B5F-8DAA-4B29-AED5-077FE884ABD5}" dt="2025-12-17T06:31:25.571" v="866" actId="20577"/>
        <pc:sldMkLst>
          <pc:docMk/>
          <pc:sldMk cId="3493894018" sldId="2147480448"/>
        </pc:sldMkLst>
        <pc:spChg chg="mod">
          <ac:chgData name="Sunyoung Hwang" userId="c33840b3-8d50-451c-8a1d-8c42bb79d2d3" providerId="ADAL" clId="{2D8C6B5F-8DAA-4B29-AED5-077FE884ABD5}" dt="2025-12-17T06:31:25.571" v="866" actId="20577"/>
          <ac:spMkLst>
            <pc:docMk/>
            <pc:sldMk cId="3493894018" sldId="2147480448"/>
            <ac:spMk id="15" creationId="{E2CA5A14-D8BB-4531-BAA7-39A79F020A27}"/>
          </ac:spMkLst>
        </pc:spChg>
      </pc:sldChg>
      <pc:sldChg chg="modSp mod">
        <pc:chgData name="Sunyoung Hwang" userId="c33840b3-8d50-451c-8a1d-8c42bb79d2d3" providerId="ADAL" clId="{2D8C6B5F-8DAA-4B29-AED5-077FE884ABD5}" dt="2025-12-17T06:33:34.611" v="880" actId="20577"/>
        <pc:sldMkLst>
          <pc:docMk/>
          <pc:sldMk cId="1567607230" sldId="2147480449"/>
        </pc:sldMkLst>
        <pc:spChg chg="mod">
          <ac:chgData name="Sunyoung Hwang" userId="c33840b3-8d50-451c-8a1d-8c42bb79d2d3" providerId="ADAL" clId="{2D8C6B5F-8DAA-4B29-AED5-077FE884ABD5}" dt="2025-12-17T06:33:34.611" v="880" actId="20577"/>
          <ac:spMkLst>
            <pc:docMk/>
            <pc:sldMk cId="1567607230" sldId="2147480449"/>
            <ac:spMk id="25" creationId="{38238E8D-E2E9-4E29-BC26-BC74CD7A5D75}"/>
          </ac:spMkLst>
        </pc:spChg>
      </pc:sldChg>
      <pc:sldChg chg="modSp mod">
        <pc:chgData name="Sunyoung Hwang" userId="c33840b3-8d50-451c-8a1d-8c42bb79d2d3" providerId="ADAL" clId="{2D8C6B5F-8DAA-4B29-AED5-077FE884ABD5}" dt="2025-12-17T06:37:32.471" v="957" actId="20577"/>
        <pc:sldMkLst>
          <pc:docMk/>
          <pc:sldMk cId="2120305294" sldId="2147480450"/>
        </pc:sldMkLst>
        <pc:spChg chg="mod">
          <ac:chgData name="Sunyoung Hwang" userId="c33840b3-8d50-451c-8a1d-8c42bb79d2d3" providerId="ADAL" clId="{2D8C6B5F-8DAA-4B29-AED5-077FE884ABD5}" dt="2025-12-17T06:37:32.471" v="957" actId="20577"/>
          <ac:spMkLst>
            <pc:docMk/>
            <pc:sldMk cId="2120305294" sldId="2147480450"/>
            <ac:spMk id="31" creationId="{DC1787AA-0FC3-476C-AF02-E3689E78CF04}"/>
          </ac:spMkLst>
        </pc:spChg>
      </pc:sldChg>
      <pc:sldChg chg="add del">
        <pc:chgData name="Sunyoung Hwang" userId="c33840b3-8d50-451c-8a1d-8c42bb79d2d3" providerId="ADAL" clId="{2D8C6B5F-8DAA-4B29-AED5-077FE884ABD5}" dt="2025-12-17T08:16:47.122" v="969"/>
        <pc:sldMkLst>
          <pc:docMk/>
          <pc:sldMk cId="2733389510" sldId="2147480871"/>
        </pc:sldMkLst>
      </pc:sldChg>
      <pc:sldChg chg="del">
        <pc:chgData name="Sunyoung Hwang" userId="c33840b3-8d50-451c-8a1d-8c42bb79d2d3" providerId="ADAL" clId="{2D8C6B5F-8DAA-4B29-AED5-077FE884ABD5}" dt="2025-11-10T01:39:36.826" v="1" actId="47"/>
        <pc:sldMkLst>
          <pc:docMk/>
          <pc:sldMk cId="3204733862" sldId="2147480872"/>
        </pc:sldMkLst>
      </pc:sldChg>
      <pc:sldChg chg="del">
        <pc:chgData name="Sunyoung Hwang" userId="c33840b3-8d50-451c-8a1d-8c42bb79d2d3" providerId="ADAL" clId="{2D8C6B5F-8DAA-4B29-AED5-077FE884ABD5}" dt="2025-11-10T01:39:36.826" v="1" actId="47"/>
        <pc:sldMkLst>
          <pc:docMk/>
          <pc:sldMk cId="907961566" sldId="2147480873"/>
        </pc:sldMkLst>
      </pc:sldChg>
      <pc:sldChg chg="del">
        <pc:chgData name="Sunyoung Hwang" userId="c33840b3-8d50-451c-8a1d-8c42bb79d2d3" providerId="ADAL" clId="{2D8C6B5F-8DAA-4B29-AED5-077FE884ABD5}" dt="2025-11-10T01:39:36.826" v="1" actId="47"/>
        <pc:sldMkLst>
          <pc:docMk/>
          <pc:sldMk cId="615181791" sldId="2147480874"/>
        </pc:sldMkLst>
      </pc:sldChg>
      <pc:sldChg chg="modSp add">
        <pc:chgData name="Sunyoung Hwang" userId="c33840b3-8d50-451c-8a1d-8c42bb79d2d3" providerId="ADAL" clId="{2D8C6B5F-8DAA-4B29-AED5-077FE884ABD5}" dt="2025-12-17T08:19:56.644" v="981"/>
        <pc:sldMkLst>
          <pc:docMk/>
          <pc:sldMk cId="1888646380" sldId="2147480874"/>
        </pc:sldMkLst>
        <pc:graphicFrameChg chg="mod">
          <ac:chgData name="Sunyoung Hwang" userId="c33840b3-8d50-451c-8a1d-8c42bb79d2d3" providerId="ADAL" clId="{2D8C6B5F-8DAA-4B29-AED5-077FE884ABD5}" dt="2025-12-17T08:19:56.644" v="981"/>
          <ac:graphicFrameMkLst>
            <pc:docMk/>
            <pc:sldMk cId="1888646380" sldId="2147480874"/>
            <ac:graphicFrameMk id="5" creationId="{613F27A1-F8A0-E895-5CB8-C9D498C96D90}"/>
          </ac:graphicFrameMkLst>
        </pc:graphicFrameChg>
      </pc:sldChg>
      <pc:sldMasterChg chg="delSldLayout">
        <pc:chgData name="Sunyoung Hwang" userId="c33840b3-8d50-451c-8a1d-8c42bb79d2d3" providerId="ADAL" clId="{2D8C6B5F-8DAA-4B29-AED5-077FE884ABD5}" dt="2025-12-17T02:33:18.014" v="5" actId="47"/>
        <pc:sldMasterMkLst>
          <pc:docMk/>
          <pc:sldMasterMk cId="1717321142" sldId="2147483660"/>
        </pc:sldMasterMkLst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1717321142" sldId="2147483660"/>
            <pc:sldLayoutMk cId="880898117" sldId="2147483709"/>
          </pc:sldLayoutMkLst>
        </pc:sldLayoutChg>
      </pc:sldMasterChg>
      <pc:sldMasterChg chg="del delSldLayout">
        <pc:chgData name="Sunyoung Hwang" userId="c33840b3-8d50-451c-8a1d-8c42bb79d2d3" providerId="ADAL" clId="{2D8C6B5F-8DAA-4B29-AED5-077FE884ABD5}" dt="2025-12-17T02:32:53.514" v="4" actId="47"/>
        <pc:sldMasterMkLst>
          <pc:docMk/>
          <pc:sldMasterMk cId="4201064170" sldId="2147483683"/>
        </pc:sldMasterMkLst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4201064170" sldId="2147483683"/>
            <pc:sldLayoutMk cId="1600841139" sldId="2147483685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4201064170" sldId="2147483683"/>
            <pc:sldLayoutMk cId="3253555062" sldId="2147483686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4201064170" sldId="2147483683"/>
            <pc:sldLayoutMk cId="1142438652" sldId="2147483687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4201064170" sldId="2147483683"/>
            <pc:sldLayoutMk cId="2631469953" sldId="2147483688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4201064170" sldId="2147483683"/>
            <pc:sldLayoutMk cId="593190558" sldId="2147483689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4201064170" sldId="2147483683"/>
            <pc:sldLayoutMk cId="3939996033" sldId="2147483690"/>
          </pc:sldLayoutMkLst>
        </pc:sldLayoutChg>
      </pc:sldMasterChg>
      <pc:sldMasterChg chg="del delSldLayout">
        <pc:chgData name="Sunyoung Hwang" userId="c33840b3-8d50-451c-8a1d-8c42bb79d2d3" providerId="ADAL" clId="{2D8C6B5F-8DAA-4B29-AED5-077FE884ABD5}" dt="2025-11-10T01:39:36.826" v="1" actId="47"/>
        <pc:sldMasterMkLst>
          <pc:docMk/>
          <pc:sldMasterMk cId="1983840173" sldId="2147483691"/>
        </pc:sldMasterMkLst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493523599" sldId="2147483692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614274767" sldId="2147483693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3792378923" sldId="2147483694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2459566815" sldId="2147483695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416440841" sldId="2147483696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3516264899" sldId="2147483697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1240885118" sldId="2147483698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796760742" sldId="2147483699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2780844276" sldId="2147483700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2558916458" sldId="2147483701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4269421037" sldId="2147483702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1332155059" sldId="2147483703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1983840173" sldId="2147483691"/>
            <pc:sldLayoutMk cId="2372006772" sldId="2147483704"/>
          </pc:sldLayoutMkLst>
        </pc:sldLayoutChg>
      </pc:sldMasterChg>
      <pc:sldMasterChg chg="del delSldLayout">
        <pc:chgData name="Sunyoung Hwang" userId="c33840b3-8d50-451c-8a1d-8c42bb79d2d3" providerId="ADAL" clId="{2D8C6B5F-8DAA-4B29-AED5-077FE884ABD5}" dt="2025-12-17T02:33:18.014" v="5" actId="47"/>
        <pc:sldMasterMkLst>
          <pc:docMk/>
          <pc:sldMasterMk cId="1736116062" sldId="2147483701"/>
        </pc:sldMasterMkLst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1736116062" sldId="2147483701"/>
            <pc:sldLayoutMk cId="1502185751" sldId="2147483702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1736116062" sldId="2147483701"/>
            <pc:sldLayoutMk cId="4089706058" sldId="2147483703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1736116062" sldId="2147483701"/>
            <pc:sldLayoutMk cId="488465443" sldId="2147483704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1736116062" sldId="2147483701"/>
            <pc:sldLayoutMk cId="4169751260" sldId="2147483705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1736116062" sldId="2147483701"/>
            <pc:sldLayoutMk cId="3156810483" sldId="2147483706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1736116062" sldId="2147483701"/>
            <pc:sldLayoutMk cId="2766089962" sldId="2147483707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1736116062" sldId="2147483701"/>
            <pc:sldLayoutMk cId="20213370" sldId="2147483708"/>
          </pc:sldLayoutMkLst>
        </pc:sldLayoutChg>
      </pc:sldMasterChg>
      <pc:sldMasterChg chg="del delSldLayout">
        <pc:chgData name="Sunyoung Hwang" userId="c33840b3-8d50-451c-8a1d-8c42bb79d2d3" providerId="ADAL" clId="{2D8C6B5F-8DAA-4B29-AED5-077FE884ABD5}" dt="2025-11-10T01:39:36.826" v="1" actId="47"/>
        <pc:sldMasterMkLst>
          <pc:docMk/>
          <pc:sldMasterMk cId="742748541" sldId="2147483705"/>
        </pc:sldMasterMkLst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742748541" sldId="2147483705"/>
            <pc:sldLayoutMk cId="2830117065" sldId="2147483706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742748541" sldId="2147483705"/>
            <pc:sldLayoutMk cId="2470931440" sldId="2147483707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742748541" sldId="2147483705"/>
            <pc:sldLayoutMk cId="2595944043" sldId="2147483708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742748541" sldId="2147483705"/>
            <pc:sldLayoutMk cId="3256275961" sldId="2147483709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742748541" sldId="2147483705"/>
            <pc:sldLayoutMk cId="700504691" sldId="2147483710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742748541" sldId="2147483705"/>
            <pc:sldLayoutMk cId="1557119551" sldId="2147483711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742748541" sldId="2147483705"/>
            <pc:sldLayoutMk cId="3069258301" sldId="2147483712"/>
          </pc:sldLayoutMkLst>
        </pc:sldLayoutChg>
        <pc:sldLayoutChg chg="del">
          <pc:chgData name="Sunyoung Hwang" userId="c33840b3-8d50-451c-8a1d-8c42bb79d2d3" providerId="ADAL" clId="{2D8C6B5F-8DAA-4B29-AED5-077FE884ABD5}" dt="2025-11-10T01:39:36.826" v="1" actId="47"/>
          <pc:sldLayoutMkLst>
            <pc:docMk/>
            <pc:sldMasterMk cId="742748541" sldId="2147483705"/>
            <pc:sldLayoutMk cId="164153124" sldId="2147483713"/>
          </pc:sldLayoutMkLst>
        </pc:sldLayoutChg>
      </pc:sldMasterChg>
      <pc:sldMasterChg chg="del delSldLayout">
        <pc:chgData name="Sunyoung Hwang" userId="c33840b3-8d50-451c-8a1d-8c42bb79d2d3" providerId="ADAL" clId="{2D8C6B5F-8DAA-4B29-AED5-077FE884ABD5}" dt="2025-12-17T02:33:18.014" v="5" actId="47"/>
        <pc:sldMasterMkLst>
          <pc:docMk/>
          <pc:sldMasterMk cId="705804079" sldId="2147483710"/>
        </pc:sldMasterMkLst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2259785623" sldId="2147483711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3431214213" sldId="2147483712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1998547889" sldId="2147483713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3184677997" sldId="2147483714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1131443376" sldId="2147483715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1462921576" sldId="2147483716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4030359919" sldId="2147483717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3077126229" sldId="2147483718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3246988615" sldId="2147483719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1573476762" sldId="2147483720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3847925672" sldId="2147483721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1588578976" sldId="2147483722"/>
          </pc:sldLayoutMkLst>
        </pc:sldLayoutChg>
        <pc:sldLayoutChg chg="del">
          <pc:chgData name="Sunyoung Hwang" userId="c33840b3-8d50-451c-8a1d-8c42bb79d2d3" providerId="ADAL" clId="{2D8C6B5F-8DAA-4B29-AED5-077FE884ABD5}" dt="2025-12-17T02:33:18.014" v="5" actId="47"/>
          <pc:sldLayoutMkLst>
            <pc:docMk/>
            <pc:sldMasterMk cId="705804079" sldId="2147483710"/>
            <pc:sldLayoutMk cId="3245591755" sldId="2147483723"/>
          </pc:sldLayoutMkLst>
        </pc:sldLayoutChg>
      </pc:sldMasterChg>
      <pc:sldMasterChg chg="del delSldLayout">
        <pc:chgData name="Sunyoung Hwang" userId="c33840b3-8d50-451c-8a1d-8c42bb79d2d3" providerId="ADAL" clId="{2D8C6B5F-8DAA-4B29-AED5-077FE884ABD5}" dt="2025-12-17T02:32:53.514" v="4" actId="47"/>
        <pc:sldMasterMkLst>
          <pc:docMk/>
          <pc:sldMasterMk cId="2270119438" sldId="2147483724"/>
        </pc:sldMasterMkLst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2270119438" sldId="2147483724"/>
            <pc:sldLayoutMk cId="3587986160" sldId="2147483725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2270119438" sldId="2147483724"/>
            <pc:sldLayoutMk cId="908155476" sldId="2147483726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2270119438" sldId="2147483724"/>
            <pc:sldLayoutMk cId="2704609324" sldId="2147483727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2270119438" sldId="2147483724"/>
            <pc:sldLayoutMk cId="2253922081" sldId="2147483728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2270119438" sldId="2147483724"/>
            <pc:sldLayoutMk cId="4189245272" sldId="2147483729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2270119438" sldId="2147483724"/>
            <pc:sldLayoutMk cId="1079471391" sldId="2147483730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2270119438" sldId="2147483724"/>
            <pc:sldLayoutMk cId="2652705156" sldId="2147483731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2270119438" sldId="2147483724"/>
            <pc:sldLayoutMk cId="2626019426" sldId="2147483732"/>
          </pc:sldLayoutMkLst>
        </pc:sldLayoutChg>
        <pc:sldLayoutChg chg="del">
          <pc:chgData name="Sunyoung Hwang" userId="c33840b3-8d50-451c-8a1d-8c42bb79d2d3" providerId="ADAL" clId="{2D8C6B5F-8DAA-4B29-AED5-077FE884ABD5}" dt="2025-12-17T02:32:53.514" v="4" actId="47"/>
          <pc:sldLayoutMkLst>
            <pc:docMk/>
            <pc:sldMasterMk cId="2270119438" sldId="2147483724"/>
            <pc:sldLayoutMk cId="3047928729" sldId="2147483733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4999418604651165"/>
          <c:y val="0.488991741048527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27499643736597568"/>
          <c:y val="0.18888679761765673"/>
          <c:w val="0.49324509997991312"/>
          <c:h val="0.6829206701510464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C00000">
                  <a:alpha val="8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Sheet1!$A$2:$A$4</c:f>
              <c:strCache>
                <c:ptCount val="3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0.45100000000000001</c:v>
                </c:pt>
                <c:pt idx="1">
                  <c:v>0.24</c:v>
                </c:pt>
                <c:pt idx="2">
                  <c:v>0.309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2.2781403099029554E-2"/>
          <c:y val="5.0158298757212498E-2"/>
          <c:w val="0.20703791663971383"/>
          <c:h val="0.292756573447222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5336168058194184E-3"/>
                  <c:y val="-1.176092902078703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4.855152749606900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1.08863984012924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1.69176440529780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  <c:pt idx="3">
                  <c:v>제품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  <c:pt idx="3">
                  <c:v>제품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07657232"/>
        <c:axId val="752970640"/>
      </c:barChart>
      <c:catAx>
        <c:axId val="30765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2970640"/>
        <c:crosses val="autoZero"/>
        <c:auto val="1"/>
        <c:lblAlgn val="ctr"/>
        <c:lblOffset val="100"/>
        <c:noMultiLvlLbl val="0"/>
      </c:catAx>
      <c:valAx>
        <c:axId val="752970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07657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5336168058194184E-3"/>
                  <c:y val="-1.176092902078703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4.855152749606900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1.08863984012924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1.69176440529780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  <c:pt idx="3">
                  <c:v>제품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  <c:pt idx="3">
                  <c:v>제품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52967376"/>
        <c:axId val="752973904"/>
      </c:barChart>
      <c:catAx>
        <c:axId val="752967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2973904"/>
        <c:crosses val="autoZero"/>
        <c:auto val="1"/>
        <c:lblAlgn val="ctr"/>
        <c:lblOffset val="100"/>
        <c:noMultiLvlLbl val="0"/>
      </c:catAx>
      <c:valAx>
        <c:axId val="7529739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2967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Japan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France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2970096"/>
        <c:axId val="752969552"/>
      </c:lineChart>
      <c:catAx>
        <c:axId val="752970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2969552"/>
        <c:crosses val="autoZero"/>
        <c:auto val="1"/>
        <c:lblAlgn val="ctr"/>
        <c:lblOffset val="100"/>
        <c:noMultiLvlLbl val="0"/>
      </c:catAx>
      <c:valAx>
        <c:axId val="752969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2970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4999418604651165"/>
          <c:y val="0.488991741048527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27499643736597568"/>
          <c:y val="0.18888679761765673"/>
          <c:w val="0.49324509997991312"/>
          <c:h val="0.6829206701510464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C00000">
                  <a:alpha val="8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0.45100000000000001</c:v>
                </c:pt>
                <c:pt idx="1">
                  <c:v>0.24</c:v>
                </c:pt>
                <c:pt idx="2">
                  <c:v>0.309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2.2781403099029554E-2"/>
          <c:y val="5.0158298757212498E-2"/>
          <c:w val="0.20703791663971383"/>
          <c:h val="0.292756573447222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5336168058194184E-3"/>
                  <c:y val="-1.176092902078703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4.855152749606900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1.08863984012924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1.69176440529780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  <c:pt idx="3">
                  <c:v>제품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  <c:pt idx="3">
                  <c:v>제품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52963568"/>
        <c:axId val="752965200"/>
      </c:barChart>
      <c:catAx>
        <c:axId val="752963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2965200"/>
        <c:crosses val="autoZero"/>
        <c:auto val="1"/>
        <c:lblAlgn val="ctr"/>
        <c:lblOffset val="100"/>
        <c:noMultiLvlLbl val="0"/>
      </c:catAx>
      <c:valAx>
        <c:axId val="752965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2963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5336168058194184E-3"/>
                  <c:y val="-1.176092902078703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4.855152749606900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1.08863984012924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1.69176440529780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  <c:pt idx="3">
                  <c:v>제품 D</c:v>
                </c:pt>
              </c:strCache>
            </c:strRef>
          </c:cat>
          <c:val>
            <c:numRef>
              <c:f>Sheet1!$B$2:$B$5</c:f>
              <c:numCache>
                <c:formatCode>#,##0.0_);[Red]\(#,##0.0\)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제품 A</c:v>
                </c:pt>
                <c:pt idx="1">
                  <c:v>제품 B</c:v>
                </c:pt>
                <c:pt idx="2">
                  <c:v>제품 C</c:v>
                </c:pt>
                <c:pt idx="3">
                  <c:v>제품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52964656"/>
        <c:axId val="752965744"/>
      </c:barChart>
      <c:catAx>
        <c:axId val="75296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2965744"/>
        <c:crosses val="autoZero"/>
        <c:auto val="1"/>
        <c:lblAlgn val="ctr"/>
        <c:lblOffset val="100"/>
        <c:noMultiLvlLbl val="0"/>
      </c:catAx>
      <c:valAx>
        <c:axId val="752965744"/>
        <c:scaling>
          <c:orientation val="minMax"/>
        </c:scaling>
        <c:delete val="1"/>
        <c:axPos val="l"/>
        <c:numFmt formatCode="#,##0.0_);[Red]\(#,##0.0\)" sourceLinked="1"/>
        <c:majorTickMark val="none"/>
        <c:minorTickMark val="none"/>
        <c:tickLblPos val="nextTo"/>
        <c:crossAx val="752964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Japan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France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52966832"/>
        <c:axId val="752972272"/>
      </c:lineChart>
      <c:catAx>
        <c:axId val="752966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2972272"/>
        <c:crosses val="autoZero"/>
        <c:auto val="1"/>
        <c:lblAlgn val="ctr"/>
        <c:lblOffset val="100"/>
        <c:noMultiLvlLbl val="0"/>
      </c:catAx>
      <c:valAx>
        <c:axId val="752972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2966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3D299-882B-45C0-B773-44A39BA7AC16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B3BF0-F07E-4BF2-95B1-F36116B95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057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K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xmlns="" id="{0974A62A-2B97-43EC-9B5C-E9F2578C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4956" y="6576105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4F6D223-9A71-4B96-9E95-6CFD51958A73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2C8087F-8450-4A6A-8909-E6845176F6BB}"/>
              </a:ext>
            </a:extLst>
          </p:cNvPr>
          <p:cNvSpPr txBox="1"/>
          <p:nvPr userDrawn="1"/>
        </p:nvSpPr>
        <p:spPr>
          <a:xfrm>
            <a:off x="10744200" y="4344"/>
            <a:ext cx="1447800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bg1"/>
                </a:solidFill>
              </a:rPr>
              <a:t>Sample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85D4AA4-DFB6-4D38-87C1-98220AF72E2B}"/>
              </a:ext>
            </a:extLst>
          </p:cNvPr>
          <p:cNvSpPr txBox="1"/>
          <p:nvPr userDrawn="1"/>
        </p:nvSpPr>
        <p:spPr>
          <a:xfrm>
            <a:off x="10609469" y="4344"/>
            <a:ext cx="102879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r"/>
            <a:endParaRPr lang="ko-KR" alt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809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643A4A45-E536-4A79-91E7-66E4936448C9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xmlns="" id="{0974A62A-2B97-43EC-9B5C-E9F2578C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4956" y="6576105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F217209-E173-4A33-912F-30F73DB6252E}"/>
              </a:ext>
            </a:extLst>
          </p:cNvPr>
          <p:cNvSpPr txBox="1"/>
          <p:nvPr userDrawn="1"/>
        </p:nvSpPr>
        <p:spPr>
          <a:xfrm>
            <a:off x="10744200" y="4344"/>
            <a:ext cx="1447800" cy="33855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Artistry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8945529-DD02-448B-8466-7EFA8923F52C}"/>
              </a:ext>
            </a:extLst>
          </p:cNvPr>
          <p:cNvSpPr txBox="1"/>
          <p:nvPr userDrawn="1"/>
        </p:nvSpPr>
        <p:spPr>
          <a:xfrm>
            <a:off x="10609469" y="4344"/>
            <a:ext cx="102879" cy="33855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r"/>
            <a:endParaRPr lang="ko-KR" alt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304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643A4A45-E536-4A79-91E7-66E4936448C9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xmlns="" id="{0974A62A-2B97-43EC-9B5C-E9F2578C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4956" y="6576105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3C87C4C-851D-49F8-82F3-40D961638291}"/>
              </a:ext>
            </a:extLst>
          </p:cNvPr>
          <p:cNvSpPr txBox="1"/>
          <p:nvPr userDrawn="1"/>
        </p:nvSpPr>
        <p:spPr>
          <a:xfrm>
            <a:off x="10744200" y="4344"/>
            <a:ext cx="1447800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err="1">
                <a:solidFill>
                  <a:schemeClr val="bg1"/>
                </a:solidFill>
              </a:rPr>
              <a:t>Nutrilite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3DC8D4-D4BF-4E92-A88E-5420BEAD01EE}"/>
              </a:ext>
            </a:extLst>
          </p:cNvPr>
          <p:cNvSpPr txBox="1"/>
          <p:nvPr userDrawn="1"/>
        </p:nvSpPr>
        <p:spPr>
          <a:xfrm>
            <a:off x="10609469" y="4344"/>
            <a:ext cx="102879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r"/>
            <a:endParaRPr lang="ko-KR" alt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748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643A4A45-E536-4A79-91E7-66E4936448C9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xmlns="" id="{0974A62A-2B97-43EC-9B5C-E9F2578C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4956" y="6576105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9466615-BF18-456D-91DC-24009C46454E}"/>
              </a:ext>
            </a:extLst>
          </p:cNvPr>
          <p:cNvSpPr txBox="1"/>
          <p:nvPr userDrawn="1"/>
        </p:nvSpPr>
        <p:spPr>
          <a:xfrm>
            <a:off x="10744200" y="4344"/>
            <a:ext cx="1447800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Personal Care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528195-EFF9-402F-B368-9C74E0BF0E45}"/>
              </a:ext>
            </a:extLst>
          </p:cNvPr>
          <p:cNvSpPr txBox="1"/>
          <p:nvPr userDrawn="1"/>
        </p:nvSpPr>
        <p:spPr>
          <a:xfrm>
            <a:off x="10609469" y="4344"/>
            <a:ext cx="102879" cy="33855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r"/>
            <a:endParaRPr lang="ko-KR" alt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67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S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643A4A45-E536-4A79-91E7-66E4936448C9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xmlns="" id="{0974A62A-2B97-43EC-9B5C-E9F2578C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4956" y="6576105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9466615-BF18-456D-91DC-24009C46454E}"/>
              </a:ext>
            </a:extLst>
          </p:cNvPr>
          <p:cNvSpPr txBox="1"/>
          <p:nvPr userDrawn="1"/>
        </p:nvSpPr>
        <p:spPr>
          <a:xfrm>
            <a:off x="10744200" y="4344"/>
            <a:ext cx="1447800" cy="3385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LSB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528195-EFF9-402F-B368-9C74E0BF0E45}"/>
              </a:ext>
            </a:extLst>
          </p:cNvPr>
          <p:cNvSpPr txBox="1"/>
          <p:nvPr userDrawn="1"/>
        </p:nvSpPr>
        <p:spPr>
          <a:xfrm>
            <a:off x="10609469" y="4344"/>
            <a:ext cx="102879" cy="3385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ko-KR" alt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86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643A4A45-E536-4A79-91E7-66E4936448C9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xmlns="" id="{0974A62A-2B97-43EC-9B5C-E9F2578C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4956" y="6576105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9466615-BF18-456D-91DC-24009C46454E}"/>
              </a:ext>
            </a:extLst>
          </p:cNvPr>
          <p:cNvSpPr txBox="1"/>
          <p:nvPr userDrawn="1"/>
        </p:nvSpPr>
        <p:spPr>
          <a:xfrm>
            <a:off x="10744200" y="4344"/>
            <a:ext cx="1447800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Home Care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528195-EFF9-402F-B368-9C74E0BF0E45}"/>
              </a:ext>
            </a:extLst>
          </p:cNvPr>
          <p:cNvSpPr txBox="1"/>
          <p:nvPr userDrawn="1"/>
        </p:nvSpPr>
        <p:spPr>
          <a:xfrm>
            <a:off x="10609469" y="4344"/>
            <a:ext cx="102879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r"/>
            <a:endParaRPr lang="ko-KR" alt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643A4A45-E536-4A79-91E7-66E4936448C9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xmlns="" id="{0974A62A-2B97-43EC-9B5C-E9F2578C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4956" y="6576105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9466615-BF18-456D-91DC-24009C46454E}"/>
              </a:ext>
            </a:extLst>
          </p:cNvPr>
          <p:cNvSpPr txBox="1"/>
          <p:nvPr userDrawn="1"/>
        </p:nvSpPr>
        <p:spPr>
          <a:xfrm>
            <a:off x="10744200" y="4344"/>
            <a:ext cx="1447800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Durable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1528195-EFF9-402F-B368-9C74E0BF0E45}"/>
              </a:ext>
            </a:extLst>
          </p:cNvPr>
          <p:cNvSpPr txBox="1"/>
          <p:nvPr userDrawn="1"/>
        </p:nvSpPr>
        <p:spPr>
          <a:xfrm>
            <a:off x="10609469" y="4344"/>
            <a:ext cx="102879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r"/>
            <a:endParaRPr lang="ko-KR" alt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15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xmlns="" id="{0974A62A-2B97-43EC-9B5C-E9F2578C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4956" y="6576105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4F6D223-9A71-4B96-9E95-6CFD51958A73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2C8087F-8450-4A6A-8909-E6845176F6BB}"/>
              </a:ext>
            </a:extLst>
          </p:cNvPr>
          <p:cNvSpPr txBox="1"/>
          <p:nvPr userDrawn="1"/>
        </p:nvSpPr>
        <p:spPr>
          <a:xfrm>
            <a:off x="10744200" y="4344"/>
            <a:ext cx="1447800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Appendix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85D4AA4-DFB6-4D38-87C1-98220AF72E2B}"/>
              </a:ext>
            </a:extLst>
          </p:cNvPr>
          <p:cNvSpPr txBox="1"/>
          <p:nvPr userDrawn="1"/>
        </p:nvSpPr>
        <p:spPr>
          <a:xfrm>
            <a:off x="10609469" y="4344"/>
            <a:ext cx="102879" cy="338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pPr algn="r"/>
            <a:endParaRPr lang="ko-KR" alt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80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xmlns="" id="{0974A62A-2B97-43EC-9B5C-E9F2578C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24956" y="6576105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94F6D223-9A71-4B96-9E95-6CFD51958A73}"/>
              </a:ext>
            </a:extLst>
          </p:cNvPr>
          <p:cNvSpPr/>
          <p:nvPr userDrawn="1"/>
        </p:nvSpPr>
        <p:spPr>
          <a:xfrm>
            <a:off x="0" y="0"/>
            <a:ext cx="12192000" cy="1365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2C8087F-8450-4A6A-8909-E6845176F6BB}"/>
              </a:ext>
            </a:extLst>
          </p:cNvPr>
          <p:cNvSpPr txBox="1"/>
          <p:nvPr userDrawn="1"/>
        </p:nvSpPr>
        <p:spPr>
          <a:xfrm>
            <a:off x="10744200" y="4344"/>
            <a:ext cx="1447800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>
                <a:solidFill>
                  <a:schemeClr val="bg1"/>
                </a:solidFill>
              </a:rPr>
              <a:t>Dec’24</a:t>
            </a:r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85D4AA4-DFB6-4D38-87C1-98220AF72E2B}"/>
              </a:ext>
            </a:extLst>
          </p:cNvPr>
          <p:cNvSpPr txBox="1"/>
          <p:nvPr userDrawn="1"/>
        </p:nvSpPr>
        <p:spPr>
          <a:xfrm>
            <a:off x="10609469" y="4344"/>
            <a:ext cx="102879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r"/>
            <a:endParaRPr lang="ko-KR" alt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2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7211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67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E4DCD6D0-4AC4-4BF9-B68A-95BF1F3C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227965"/>
            <a:ext cx="11283696" cy="6132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xmlns="" id="{9EF94128-7A04-405A-ABBA-8B2AB2C0A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924956" y="6471443"/>
            <a:ext cx="267044" cy="28189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24A2EE-EC9C-4728-9E75-E6860A11B92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32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lide_1_Text_02">
            <a:extLst>
              <a:ext uri="{FF2B5EF4-FFF2-40B4-BE49-F238E27FC236}">
                <a16:creationId xmlns:a16="http://schemas.microsoft.com/office/drawing/2014/main" xmlns="" id="{57B6A17C-0DEB-47B0-A982-D3F1C2E84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859193"/>
              </p:ext>
            </p:extLst>
          </p:nvPr>
        </p:nvGraphicFramePr>
        <p:xfrm>
          <a:off x="554581" y="5897284"/>
          <a:ext cx="10760085" cy="492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155">
                  <a:extLst>
                    <a:ext uri="{9D8B030D-6E8A-4147-A177-3AD203B41FA5}">
                      <a16:colId xmlns:a16="http://schemas.microsoft.com/office/drawing/2014/main" xmlns="" val="2401339166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4105751214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98709500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3954798444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3422207039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3642421283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3369967121"/>
                    </a:ext>
                  </a:extLst>
                </a:gridCol>
              </a:tblGrid>
              <a:tr h="2462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Product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F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17295551"/>
                  </a:ext>
                </a:extLst>
              </a:tr>
              <a:tr h="2462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# of Order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1250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1250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875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625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625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1,000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Slide_1_Pie_01"/>
          <p:cNvGraphicFramePr/>
          <p:nvPr>
            <p:extLst>
              <p:ext uri="{D42A27DB-BD31-4B8C-83A1-F6EECF244321}">
                <p14:modId xmlns:p14="http://schemas.microsoft.com/office/powerpoint/2010/main" val="893283772"/>
              </p:ext>
            </p:extLst>
          </p:nvPr>
        </p:nvGraphicFramePr>
        <p:xfrm>
          <a:off x="554580" y="1190949"/>
          <a:ext cx="4644000" cy="38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Slide_1_Bar_01"/>
          <p:cNvGraphicFramePr/>
          <p:nvPr>
            <p:extLst>
              <p:ext uri="{D42A27DB-BD31-4B8C-83A1-F6EECF244321}">
                <p14:modId xmlns:p14="http://schemas.microsoft.com/office/powerpoint/2010/main" val="2298720534"/>
              </p:ext>
            </p:extLst>
          </p:nvPr>
        </p:nvGraphicFramePr>
        <p:xfrm>
          <a:off x="6374036" y="1190949"/>
          <a:ext cx="4643369" cy="3899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_1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514181" y="654740"/>
            <a:ext cx="9365270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defRPr/>
            </a:pPr>
            <a:r>
              <a:rPr lang="en-US" altLang="ko-KR" sz="2000">
                <a:solidFill>
                  <a:srgbClr val="000000"/>
                </a:solidFill>
                <a:ea typeface="맑은 고딕" panose="020B0503020000020004" pitchFamily="50" charset="-127"/>
              </a:rPr>
              <a:t>2025 12</a:t>
            </a:r>
            <a:r>
              <a:rPr lang="ko-KR" altLang="en-US" sz="2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누적 매출 </a:t>
            </a:r>
            <a:r>
              <a:rPr lang="en-US" altLang="ko-KR" sz="2000">
                <a:solidFill>
                  <a:srgbClr val="000000"/>
                </a:solidFill>
                <a:ea typeface="맑은 고딕" panose="020B0503020000020004" pitchFamily="50" charset="-127"/>
              </a:rPr>
              <a:t>Trend</a:t>
            </a:r>
            <a:r>
              <a:rPr lang="ko-KR" altLang="en-US" sz="2000"/>
              <a:t> </a:t>
            </a:r>
            <a:endParaRPr kumimoji="0" lang="en-US" altLang="ko-KR" sz="2000" b="1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08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Slide_2_Bar_01"/>
          <p:cNvGraphicFramePr/>
          <p:nvPr>
            <p:extLst>
              <p:ext uri="{D42A27DB-BD31-4B8C-83A1-F6EECF244321}">
                <p14:modId xmlns:p14="http://schemas.microsoft.com/office/powerpoint/2010/main" val="1420190181"/>
              </p:ext>
            </p:extLst>
          </p:nvPr>
        </p:nvGraphicFramePr>
        <p:xfrm>
          <a:off x="6374036" y="1190949"/>
          <a:ext cx="4643369" cy="3899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_2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514181" y="654740"/>
            <a:ext cx="9365270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defRPr/>
            </a:pPr>
            <a:r>
              <a:rPr lang="en-US" altLang="ko-KR" sz="2000">
                <a:solidFill>
                  <a:srgbClr val="000000"/>
                </a:solidFill>
                <a:ea typeface="맑은 고딕" panose="020B0503020000020004" pitchFamily="50" charset="-127"/>
              </a:rPr>
              <a:t>2025 12</a:t>
            </a:r>
            <a:r>
              <a:rPr lang="ko-KR" altLang="en-US" sz="2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매출</a:t>
            </a:r>
            <a:r>
              <a:rPr lang="ko-KR" altLang="en-US" sz="2000"/>
              <a:t> </a:t>
            </a:r>
            <a:endParaRPr kumimoji="0" lang="en-US" altLang="ko-KR" sz="2000" b="1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  <p:graphicFrame>
        <p:nvGraphicFramePr>
          <p:cNvPr id="30" name="Slide_2_Line_01"/>
          <p:cNvGraphicFramePr/>
          <p:nvPr>
            <p:extLst>
              <p:ext uri="{D42A27DB-BD31-4B8C-83A1-F6EECF244321}">
                <p14:modId xmlns:p14="http://schemas.microsoft.com/office/powerpoint/2010/main" val="3212722524"/>
              </p:ext>
            </p:extLst>
          </p:nvPr>
        </p:nvGraphicFramePr>
        <p:xfrm>
          <a:off x="925799" y="1191666"/>
          <a:ext cx="4644000" cy="38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11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lide_1_Text_02">
            <a:extLst>
              <a:ext uri="{FF2B5EF4-FFF2-40B4-BE49-F238E27FC236}">
                <a16:creationId xmlns:a16="http://schemas.microsoft.com/office/drawing/2014/main" xmlns="" id="{57B6A17C-0DEB-47B0-A982-D3F1C2E848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4581" y="5897284"/>
          <a:ext cx="10760085" cy="492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155">
                  <a:extLst>
                    <a:ext uri="{9D8B030D-6E8A-4147-A177-3AD203B41FA5}">
                      <a16:colId xmlns:a16="http://schemas.microsoft.com/office/drawing/2014/main" xmlns="" val="2401339166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4105751214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98709500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3954798444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3422207039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3642421283"/>
                    </a:ext>
                  </a:extLst>
                </a:gridCol>
                <a:gridCol w="1537155">
                  <a:extLst>
                    <a:ext uri="{9D8B030D-6E8A-4147-A177-3AD203B41FA5}">
                      <a16:colId xmlns:a16="http://schemas.microsoft.com/office/drawing/2014/main" xmlns="" val="3369967121"/>
                    </a:ext>
                  </a:extLst>
                </a:gridCol>
              </a:tblGrid>
              <a:tr h="2462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Product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D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E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F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17295551"/>
                  </a:ext>
                </a:extLst>
              </a:tr>
              <a:tr h="24622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# of Order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1,250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1,250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875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625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625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1,000</a:t>
                      </a:r>
                    </a:p>
                  </a:txBody>
                  <a:tcPr marL="6350" marR="6350" marT="6350" marB="0" anchor="ctr">
                    <a:solidFill>
                      <a:schemeClr val="bg2">
                        <a:alpha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Slide_1_Pie_01"/>
          <p:cNvGraphicFramePr/>
          <p:nvPr/>
        </p:nvGraphicFramePr>
        <p:xfrm>
          <a:off x="554580" y="1190949"/>
          <a:ext cx="4644000" cy="38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Slide_1_Bar_01"/>
          <p:cNvGraphicFramePr/>
          <p:nvPr>
            <p:extLst>
              <p:ext uri="{D42A27DB-BD31-4B8C-83A1-F6EECF244321}">
                <p14:modId xmlns:p14="http://schemas.microsoft.com/office/powerpoint/2010/main" val="3518520425"/>
              </p:ext>
            </p:extLst>
          </p:nvPr>
        </p:nvGraphicFramePr>
        <p:xfrm>
          <a:off x="6374036" y="1190949"/>
          <a:ext cx="4643369" cy="3899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_1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514181" y="654740"/>
            <a:ext cx="9365270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2025</a:t>
            </a:r>
            <a:r>
              <a:rPr kumimoji="0" lang="en-US" altLang="ko-KR" sz="20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 12</a:t>
            </a:r>
            <a:r>
              <a:rPr kumimoji="0" lang="ko-KR" altLang="en-US" sz="20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월 누적 매출 </a:t>
            </a:r>
            <a:r>
              <a:rPr kumimoji="0" lang="en-US" altLang="ko-KR" sz="20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Trend</a:t>
            </a:r>
          </a:p>
        </p:txBody>
      </p:sp>
      <p:sp>
        <p:nvSpPr>
          <p:cNvPr id="6" name="Slide_1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554580" y="418658"/>
            <a:ext cx="1333041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Slide_1_Text_01</a:t>
            </a:r>
            <a:endParaRPr kumimoji="0" lang="en-US" altLang="ko-KR" sz="1300" b="1" i="1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  <p:sp>
        <p:nvSpPr>
          <p:cNvPr id="7" name="Slide_1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3908849" y="1303070"/>
            <a:ext cx="1333041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Slide_1_Pie_01</a:t>
            </a:r>
            <a:endParaRPr kumimoji="0" lang="en-US" altLang="ko-KR" sz="1300" b="1" i="1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  <p:sp>
        <p:nvSpPr>
          <p:cNvPr id="8" name="Slide_1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9793833" y="1303070"/>
            <a:ext cx="1333041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Slide_1_Bar_01</a:t>
            </a:r>
            <a:endParaRPr kumimoji="0" lang="en-US" altLang="ko-KR" sz="1300" b="1" i="1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  <p:sp>
        <p:nvSpPr>
          <p:cNvPr id="13" name="Slide_1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514181" y="5604585"/>
            <a:ext cx="1333041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Slide_1_Text_02</a:t>
            </a:r>
            <a:endParaRPr kumimoji="0" lang="en-US" altLang="ko-KR" sz="1300" b="1" i="1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51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Slide_2_Bar_01"/>
          <p:cNvGraphicFramePr/>
          <p:nvPr>
            <p:extLst>
              <p:ext uri="{D42A27DB-BD31-4B8C-83A1-F6EECF244321}">
                <p14:modId xmlns:p14="http://schemas.microsoft.com/office/powerpoint/2010/main" val="719061334"/>
              </p:ext>
            </p:extLst>
          </p:nvPr>
        </p:nvGraphicFramePr>
        <p:xfrm>
          <a:off x="6374036" y="1190949"/>
          <a:ext cx="4643369" cy="3899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_2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514181" y="654740"/>
            <a:ext cx="9365270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2025 2</a:t>
            </a: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월 매출</a:t>
            </a:r>
            <a:endParaRPr kumimoji="0" lang="en-US" altLang="ko-KR" sz="2000" b="1" i="0" u="none" strike="noStrike" kern="1200" cap="none" spc="0" normalizeH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  <p:graphicFrame>
        <p:nvGraphicFramePr>
          <p:cNvPr id="30" name="Slide_2_Line_01"/>
          <p:cNvGraphicFramePr/>
          <p:nvPr>
            <p:extLst>
              <p:ext uri="{D42A27DB-BD31-4B8C-83A1-F6EECF244321}">
                <p14:modId xmlns:p14="http://schemas.microsoft.com/office/powerpoint/2010/main" val="3525555285"/>
              </p:ext>
            </p:extLst>
          </p:nvPr>
        </p:nvGraphicFramePr>
        <p:xfrm>
          <a:off x="925799" y="1191666"/>
          <a:ext cx="4644000" cy="38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lide_1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554580" y="418658"/>
            <a:ext cx="1333041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Slide_2_Text_01</a:t>
            </a:r>
            <a:endParaRPr kumimoji="0" lang="en-US" altLang="ko-KR" sz="1300" b="1" i="1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  <p:sp>
        <p:nvSpPr>
          <p:cNvPr id="6" name="Slide_1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4236758" y="1435216"/>
            <a:ext cx="1333041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Slide_2_Line_01</a:t>
            </a:r>
            <a:endParaRPr kumimoji="0" lang="en-US" altLang="ko-KR" sz="1300" b="1" i="1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  <p:sp>
        <p:nvSpPr>
          <p:cNvPr id="7" name="Slide_1_Text_01">
            <a:extLst>
              <a:ext uri="{FF2B5EF4-FFF2-40B4-BE49-F238E27FC236}">
                <a16:creationId xmlns:a16="http://schemas.microsoft.com/office/drawing/2014/main" xmlns="" id="{E36D05C7-F100-49D3-AB8A-B5C5FA18CD22}"/>
              </a:ext>
            </a:extLst>
          </p:cNvPr>
          <p:cNvSpPr txBox="1">
            <a:spLocks/>
          </p:cNvSpPr>
          <p:nvPr/>
        </p:nvSpPr>
        <p:spPr>
          <a:xfrm>
            <a:off x="9589180" y="1435216"/>
            <a:ext cx="1333041" cy="291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800" b="1">
                <a:solidFill>
                  <a:srgbClr val="00206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맑은 고딕"/>
                <a:cs typeface="Calibri" panose="020F0502020204030204" pitchFamily="34" charset="0"/>
              </a:rPr>
              <a:t>Slide_2_Bar_01</a:t>
            </a:r>
            <a:endParaRPr kumimoji="0" lang="en-US" altLang="ko-KR" sz="1300" b="1" i="1" u="none" strike="noStrike" kern="1200" cap="none" spc="0" normalizeH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맑은 고딕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35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Office 테마">
  <a:themeElements>
    <a:clrScheme name="사용자 지정 5">
      <a:dk1>
        <a:sysClr val="windowText" lastClr="000000"/>
      </a:dk1>
      <a:lt1>
        <a:sysClr val="window" lastClr="FFFFFF"/>
      </a:lt1>
      <a:dk2>
        <a:srgbClr val="990033"/>
      </a:dk2>
      <a:lt2>
        <a:srgbClr val="E2DFCC"/>
      </a:lt2>
      <a:accent1>
        <a:srgbClr val="734794"/>
      </a:accent1>
      <a:accent2>
        <a:srgbClr val="2C85AF"/>
      </a:accent2>
      <a:accent3>
        <a:srgbClr val="00A19C"/>
      </a:accent3>
      <a:accent4>
        <a:srgbClr val="006600"/>
      </a:accent4>
      <a:accent5>
        <a:srgbClr val="993300"/>
      </a:accent5>
      <a:accent6>
        <a:srgbClr val="000099"/>
      </a:accent6>
      <a:hlink>
        <a:srgbClr val="EE7B08"/>
      </a:hlink>
      <a:folHlink>
        <a:srgbClr val="977B2D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8EFD74BCBA824CAF466CA5EFD4E096" ma:contentTypeVersion="20" ma:contentTypeDescription="Create a new document." ma:contentTypeScope="" ma:versionID="8759a4c186e9a24200f3e6e7227103a2">
  <xsd:schema xmlns:xsd="http://www.w3.org/2001/XMLSchema" xmlns:xs="http://www.w3.org/2001/XMLSchema" xmlns:p="http://schemas.microsoft.com/office/2006/metadata/properties" xmlns:ns1="http://schemas.microsoft.com/sharepoint/v3" xmlns:ns2="a879719a-9f46-4c74-8c4d-954ceb0e0287" xmlns:ns3="c37ee120-2707-4b00-9fd7-13f114c0f241" targetNamespace="http://schemas.microsoft.com/office/2006/metadata/properties" ma:root="true" ma:fieldsID="c9fa24ac7ddc69d84b2b933239503865" ns1:_="" ns2:_="" ns3:_="">
    <xsd:import namespace="http://schemas.microsoft.com/sharepoint/v3"/>
    <xsd:import namespace="a879719a-9f46-4c74-8c4d-954ceb0e0287"/>
    <xsd:import namespace="c37ee120-2707-4b00-9fd7-13f114c0f2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79719a-9f46-4c74-8c4d-954ceb0e02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49ae801a-9127-4cf1-9f7d-b7d71eaf82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7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7ee120-2707-4b00-9fd7-13f114c0f24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92dab8bc-2f60-4ae4-bfef-59ad43ce41ff}" ma:internalName="TaxCatchAll" ma:showField="CatchAllData" ma:web="c37ee120-2707-4b00-9fd7-13f114c0f2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879719a-9f46-4c74-8c4d-954ceb0e0287">
      <Terms xmlns="http://schemas.microsoft.com/office/infopath/2007/PartnerControls"/>
    </lcf76f155ced4ddcb4097134ff3c332f>
    <_ip_UnifiedCompliancePolicyProperties xmlns="http://schemas.microsoft.com/sharepoint/v3" xsi:nil="true"/>
    <TaxCatchAll xmlns="c37ee120-2707-4b00-9fd7-13f114c0f241" xsi:nil="true"/>
    <_Flow_SignoffStatus xmlns="a879719a-9f46-4c74-8c4d-954ceb0e0287" xsi:nil="true"/>
  </documentManagement>
</p:properties>
</file>

<file path=customXml/itemProps1.xml><?xml version="1.0" encoding="utf-8"?>
<ds:datastoreItem xmlns:ds="http://schemas.openxmlformats.org/officeDocument/2006/customXml" ds:itemID="{C3D3FDEA-3F74-49F7-9267-24C6832483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5A6F9-E84E-4AA8-82CA-990435B9D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879719a-9f46-4c74-8c4d-954ceb0e0287"/>
    <ds:schemaRef ds:uri="c37ee120-2707-4b00-9fd7-13f114c0f2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09B47F-850B-467E-8039-7F3765235880}">
  <ds:schemaRefs>
    <ds:schemaRef ds:uri="a879719a-9f46-4c74-8c4d-954ceb0e0287"/>
    <ds:schemaRef ds:uri="c37ee120-2707-4b00-9fd7-13f114c0f24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2780</TotalTime>
  <Words>67</Words>
  <Application>Microsoft Office PowerPoint</Application>
  <PresentationFormat>와이드스크린</PresentationFormat>
  <Paragraphs>46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Jiin Kim</dc:creator>
  <cp:lastModifiedBy>SMH</cp:lastModifiedBy>
  <cp:revision>242</cp:revision>
  <dcterms:created xsi:type="dcterms:W3CDTF">2025-06-23T04:51:44Z</dcterms:created>
  <dcterms:modified xsi:type="dcterms:W3CDTF">2026-01-19T08:12:28Z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0x010100968EFD74BCBA824CAF466CA5EFD4E096</vt:lpwstr>
  </property>
  <property fmtid="{D5CDD505-2E9C-101B-9397-08002B2CF9AE}" pid="3" name="MediaServiceImageTags">
    <vt:lpwstr/>
  </property>
</Properties>
</file>